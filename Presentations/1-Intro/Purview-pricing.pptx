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79" r:id="rId4"/>
  </p:sldMasterIdLst>
  <p:notesMasterIdLst>
    <p:notesMasterId r:id="rId12"/>
  </p:notesMasterIdLst>
  <p:handoutMasterIdLst>
    <p:handoutMasterId r:id="rId13"/>
  </p:handoutMasterIdLst>
  <p:sldIdLst>
    <p:sldId id="2147477909" r:id="rId5"/>
    <p:sldId id="262" r:id="rId6"/>
    <p:sldId id="2147481915" r:id="rId7"/>
    <p:sldId id="367" r:id="rId8"/>
    <p:sldId id="356" r:id="rId9"/>
    <p:sldId id="2147481911" r:id="rId10"/>
    <p:sldId id="214748191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rview" id="{7593C3AB-83D1-4EA4-8289-D2C7D92A583A}">
          <p14:sldIdLst>
            <p14:sldId id="2147477909"/>
            <p14:sldId id="262"/>
            <p14:sldId id="2147481915"/>
            <p14:sldId id="367"/>
            <p14:sldId id="356"/>
            <p14:sldId id="2147481911"/>
            <p14:sldId id="214748191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B41745-652E-2147-2A4A-50176497E60F}" name="Keyuna Evans (CELA)" initials="K(" userId="S::keevans@microsoft.com::653310ed-6ca1-49d8-8b9c-3ff545fb456e" providerId="AD"/>
  <p188:author id="{4EF46D45-980D-9BDC-170B-86C0E967B25D}" name="Jermey Evans (CW)" initials="JE" userId="S::c-jermey.evans@unifyconsulting.com::cd66065b-8769-42d9-96d5-f84ec8f9f654" providerId="AD"/>
  <p188:author id="{B3D9D7A0-C492-EB33-E6B4-2EBF96925583}" name="Adi Regev" initials="AR" userId="S::adiregev@microsoft.com::13f43db5-1dcf-4dcb-b869-e14646c2a1b4" providerId="AD"/>
  <p188:author id="{7A6080A2-1382-B2F3-6F26-61C055460B22}" name="Cillian Mitchell" initials="CM" userId="S::cimitchell@microsoft.com::52ba4ba3-eafd-460a-98fa-bbd73a3d9c67" providerId="AD"/>
  <p188:author id="{43959FE5-22A0-F8C5-57E3-3E90ACBC26CE}" name="Ellie Lawler" initials="EL" userId="S::ellawler@microsoft.com::05e0f727-5dad-414b-96e1-113a11acf1b4" providerId="AD"/>
  <p188:author id="{251498F4-C808-92C1-FF8C-13AD461FA6B2}" name="Tonio Lora" initials="TL" userId="S::anlo@microsoft.com::03824593-714e-4d0e-bb47-efb9476dae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9"/>
    <a:srgbClr val="46BDAA"/>
    <a:srgbClr val="0078D4"/>
    <a:srgbClr val="FFF8F3"/>
    <a:srgbClr val="C03BC4"/>
    <a:srgbClr val="CDC7BB"/>
    <a:srgbClr val="49C5B1"/>
    <a:srgbClr val="A84C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8FD60-D295-DE49-92E7-63E1C444A508}" v="3" dt="2026-02-10T14:47:03.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27"/>
    <p:restoredTop sz="95342" autoAdjust="0"/>
  </p:normalViewPr>
  <p:slideViewPr>
    <p:cSldViewPr snapToGrid="0">
      <p:cViewPr varScale="1">
        <p:scale>
          <a:sx n="107" d="100"/>
          <a:sy n="107" d="100"/>
        </p:scale>
        <p:origin x="184" y="47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Cordtz" userId="b5e592fb-fc8b-4323-a97d-691438b2e2da" providerId="ADAL" clId="{4E22EDF5-2883-5D57-B9C7-04E66950367B}"/>
    <pc:docChg chg="undo custSel addSld delSld modSld modSection">
      <pc:chgData name="Jan Cordtz" userId="b5e592fb-fc8b-4323-a97d-691438b2e2da" providerId="ADAL" clId="{4E22EDF5-2883-5D57-B9C7-04E66950367B}" dt="2026-02-10T14:49:49.177" v="157" actId="207"/>
      <pc:docMkLst>
        <pc:docMk/>
      </pc:docMkLst>
      <pc:sldChg chg="del">
        <pc:chgData name="Jan Cordtz" userId="b5e592fb-fc8b-4323-a97d-691438b2e2da" providerId="ADAL" clId="{4E22EDF5-2883-5D57-B9C7-04E66950367B}" dt="2026-02-10T14:36:09.245" v="7" actId="2696"/>
        <pc:sldMkLst>
          <pc:docMk/>
          <pc:sldMk cId="1998368502" sldId="257"/>
        </pc:sldMkLst>
      </pc:sldChg>
      <pc:sldChg chg="add del">
        <pc:chgData name="Jan Cordtz" userId="b5e592fb-fc8b-4323-a97d-691438b2e2da" providerId="ADAL" clId="{4E22EDF5-2883-5D57-B9C7-04E66950367B}" dt="2026-02-10T14:36:55.201" v="11" actId="2696"/>
        <pc:sldMkLst>
          <pc:docMk/>
          <pc:sldMk cId="4191145443" sldId="257"/>
        </pc:sldMkLst>
      </pc:sldChg>
      <pc:sldChg chg="add del modTransition">
        <pc:chgData name="Jan Cordtz" userId="b5e592fb-fc8b-4323-a97d-691438b2e2da" providerId="ADAL" clId="{4E22EDF5-2883-5D57-B9C7-04E66950367B}" dt="2026-02-10T14:36:57.671" v="12" actId="2696"/>
        <pc:sldMkLst>
          <pc:docMk/>
          <pc:sldMk cId="727410612" sldId="258"/>
        </pc:sldMkLst>
      </pc:sldChg>
      <pc:sldChg chg="del">
        <pc:chgData name="Jan Cordtz" userId="b5e592fb-fc8b-4323-a97d-691438b2e2da" providerId="ADAL" clId="{4E22EDF5-2883-5D57-B9C7-04E66950367B}" dt="2026-02-10T14:36:09.245" v="7" actId="2696"/>
        <pc:sldMkLst>
          <pc:docMk/>
          <pc:sldMk cId="288678289" sldId="260"/>
        </pc:sldMkLst>
      </pc:sldChg>
      <pc:sldChg chg="del">
        <pc:chgData name="Jan Cordtz" userId="b5e592fb-fc8b-4323-a97d-691438b2e2da" providerId="ADAL" clId="{4E22EDF5-2883-5D57-B9C7-04E66950367B}" dt="2026-02-10T14:36:09.245" v="7" actId="2696"/>
        <pc:sldMkLst>
          <pc:docMk/>
          <pc:sldMk cId="903870917" sldId="261"/>
        </pc:sldMkLst>
      </pc:sldChg>
      <pc:sldChg chg="modSp add mod modClrScheme chgLayout">
        <pc:chgData name="Jan Cordtz" userId="b5e592fb-fc8b-4323-a97d-691438b2e2da" providerId="ADAL" clId="{4E22EDF5-2883-5D57-B9C7-04E66950367B}" dt="2026-02-10T14:43:02.961" v="60" actId="692"/>
        <pc:sldMkLst>
          <pc:docMk/>
          <pc:sldMk cId="3398912617" sldId="262"/>
        </pc:sldMkLst>
        <pc:spChg chg="mod ord">
          <ac:chgData name="Jan Cordtz" userId="b5e592fb-fc8b-4323-a97d-691438b2e2da" providerId="ADAL" clId="{4E22EDF5-2883-5D57-B9C7-04E66950367B}" dt="2026-02-10T14:37:43.577" v="17" actId="1076"/>
          <ac:spMkLst>
            <pc:docMk/>
            <pc:sldMk cId="3398912617" sldId="262"/>
            <ac:spMk id="3" creationId="{734C9A1E-3EE3-A065-1739-D9A34A64D75B}"/>
          </ac:spMkLst>
        </pc:spChg>
        <pc:spChg chg="mod">
          <ac:chgData name="Jan Cordtz" userId="b5e592fb-fc8b-4323-a97d-691438b2e2da" providerId="ADAL" clId="{4E22EDF5-2883-5D57-B9C7-04E66950367B}" dt="2026-02-10T14:39:06.816" v="31" actId="207"/>
          <ac:spMkLst>
            <pc:docMk/>
            <pc:sldMk cId="3398912617" sldId="262"/>
            <ac:spMk id="5" creationId="{899669CE-41D9-099B-F680-E742CA539F8A}"/>
          </ac:spMkLst>
        </pc:spChg>
        <pc:spChg chg="mod">
          <ac:chgData name="Jan Cordtz" userId="b5e592fb-fc8b-4323-a97d-691438b2e2da" providerId="ADAL" clId="{4E22EDF5-2883-5D57-B9C7-04E66950367B}" dt="2026-02-10T14:38:50.869" v="26" actId="207"/>
          <ac:spMkLst>
            <pc:docMk/>
            <pc:sldMk cId="3398912617" sldId="262"/>
            <ac:spMk id="9" creationId="{650E4166-D17D-6AB1-F267-7BBBC9B2750F}"/>
          </ac:spMkLst>
        </pc:spChg>
        <pc:spChg chg="mod">
          <ac:chgData name="Jan Cordtz" userId="b5e592fb-fc8b-4323-a97d-691438b2e2da" providerId="ADAL" clId="{4E22EDF5-2883-5D57-B9C7-04E66950367B}" dt="2026-02-10T14:38:48.004" v="25" actId="207"/>
          <ac:spMkLst>
            <pc:docMk/>
            <pc:sldMk cId="3398912617" sldId="262"/>
            <ac:spMk id="10" creationId="{2349E03B-13EF-DAF2-4FA1-99368DA2E533}"/>
          </ac:spMkLst>
        </pc:spChg>
        <pc:spChg chg="mod">
          <ac:chgData name="Jan Cordtz" userId="b5e592fb-fc8b-4323-a97d-691438b2e2da" providerId="ADAL" clId="{4E22EDF5-2883-5D57-B9C7-04E66950367B}" dt="2026-02-10T14:38:53.632" v="27" actId="207"/>
          <ac:spMkLst>
            <pc:docMk/>
            <pc:sldMk cId="3398912617" sldId="262"/>
            <ac:spMk id="14" creationId="{7C8632E0-E6F3-6693-D0FE-35C9CABF6243}"/>
          </ac:spMkLst>
        </pc:spChg>
        <pc:spChg chg="mod">
          <ac:chgData name="Jan Cordtz" userId="b5e592fb-fc8b-4323-a97d-691438b2e2da" providerId="ADAL" clId="{4E22EDF5-2883-5D57-B9C7-04E66950367B}" dt="2026-02-10T14:38:56.548" v="28" actId="207"/>
          <ac:spMkLst>
            <pc:docMk/>
            <pc:sldMk cId="3398912617" sldId="262"/>
            <ac:spMk id="15" creationId="{905D5813-0B98-1808-4947-70EDC8416210}"/>
          </ac:spMkLst>
        </pc:spChg>
        <pc:spChg chg="mod">
          <ac:chgData name="Jan Cordtz" userId="b5e592fb-fc8b-4323-a97d-691438b2e2da" providerId="ADAL" clId="{4E22EDF5-2883-5D57-B9C7-04E66950367B}" dt="2026-02-10T14:39:03.037" v="30" actId="207"/>
          <ac:spMkLst>
            <pc:docMk/>
            <pc:sldMk cId="3398912617" sldId="262"/>
            <ac:spMk id="19" creationId="{94A8E7DB-391F-569D-1F24-BAEFB6FBEEB7}"/>
          </ac:spMkLst>
        </pc:spChg>
        <pc:spChg chg="mod">
          <ac:chgData name="Jan Cordtz" userId="b5e592fb-fc8b-4323-a97d-691438b2e2da" providerId="ADAL" clId="{4E22EDF5-2883-5D57-B9C7-04E66950367B}" dt="2026-02-10T14:38:59.451" v="29" actId="207"/>
          <ac:spMkLst>
            <pc:docMk/>
            <pc:sldMk cId="3398912617" sldId="262"/>
            <ac:spMk id="20" creationId="{49879014-81B0-41E9-1EEE-3DE2C2234DD6}"/>
          </ac:spMkLst>
        </pc:spChg>
        <pc:spChg chg="mod">
          <ac:chgData name="Jan Cordtz" userId="b5e592fb-fc8b-4323-a97d-691438b2e2da" providerId="ADAL" clId="{4E22EDF5-2883-5D57-B9C7-04E66950367B}" dt="2026-02-10T14:38:36.624" v="23" actId="692"/>
          <ac:spMkLst>
            <pc:docMk/>
            <pc:sldMk cId="3398912617" sldId="262"/>
            <ac:spMk id="23" creationId="{6F0AC573-02E6-82D7-F358-F0BF672A4DE4}"/>
          </ac:spMkLst>
        </pc:spChg>
        <pc:spChg chg="mod">
          <ac:chgData name="Jan Cordtz" userId="b5e592fb-fc8b-4323-a97d-691438b2e2da" providerId="ADAL" clId="{4E22EDF5-2883-5D57-B9C7-04E66950367B}" dt="2026-02-10T14:39:18.620" v="34" actId="207"/>
          <ac:spMkLst>
            <pc:docMk/>
            <pc:sldMk cId="3398912617" sldId="262"/>
            <ac:spMk id="24" creationId="{6EE991D2-3E84-9C02-7DD7-E90823F4C645}"/>
          </ac:spMkLst>
        </pc:spChg>
        <pc:spChg chg="mod">
          <ac:chgData name="Jan Cordtz" userId="b5e592fb-fc8b-4323-a97d-691438b2e2da" providerId="ADAL" clId="{4E22EDF5-2883-5D57-B9C7-04E66950367B}" dt="2026-02-10T14:39:15.380" v="33" actId="207"/>
          <ac:spMkLst>
            <pc:docMk/>
            <pc:sldMk cId="3398912617" sldId="262"/>
            <ac:spMk id="25" creationId="{7A73420D-0CD5-3983-BB3A-8FBC23308B91}"/>
          </ac:spMkLst>
        </pc:spChg>
        <pc:spChg chg="mod">
          <ac:chgData name="Jan Cordtz" userId="b5e592fb-fc8b-4323-a97d-691438b2e2da" providerId="ADAL" clId="{4E22EDF5-2883-5D57-B9C7-04E66950367B}" dt="2026-02-10T14:38:01.446" v="19" actId="207"/>
          <ac:spMkLst>
            <pc:docMk/>
            <pc:sldMk cId="3398912617" sldId="262"/>
            <ac:spMk id="28" creationId="{6507D915-62EB-2FDC-E129-B818C83DF935}"/>
          </ac:spMkLst>
        </pc:spChg>
        <pc:cxnChg chg="mod">
          <ac:chgData name="Jan Cordtz" userId="b5e592fb-fc8b-4323-a97d-691438b2e2da" providerId="ADAL" clId="{4E22EDF5-2883-5D57-B9C7-04E66950367B}" dt="2026-02-10T14:43:02.961" v="60" actId="692"/>
          <ac:cxnSpMkLst>
            <pc:docMk/>
            <pc:sldMk cId="3398912617" sldId="262"/>
            <ac:cxnSpMk id="7" creationId="{3973E708-B449-E69D-2D7A-5494DC87F7A6}"/>
          </ac:cxnSpMkLst>
        </pc:cxnChg>
      </pc:sldChg>
      <pc:sldChg chg="del">
        <pc:chgData name="Jan Cordtz" userId="b5e592fb-fc8b-4323-a97d-691438b2e2da" providerId="ADAL" clId="{4E22EDF5-2883-5D57-B9C7-04E66950367B}" dt="2026-02-10T14:36:09.245" v="7" actId="2696"/>
        <pc:sldMkLst>
          <pc:docMk/>
          <pc:sldMk cId="3492520798" sldId="266"/>
        </pc:sldMkLst>
      </pc:sldChg>
      <pc:sldChg chg="del">
        <pc:chgData name="Jan Cordtz" userId="b5e592fb-fc8b-4323-a97d-691438b2e2da" providerId="ADAL" clId="{4E22EDF5-2883-5D57-B9C7-04E66950367B}" dt="2026-02-10T14:36:09.245" v="7" actId="2696"/>
        <pc:sldMkLst>
          <pc:docMk/>
          <pc:sldMk cId="4252725827" sldId="277"/>
        </pc:sldMkLst>
      </pc:sldChg>
      <pc:sldChg chg="del">
        <pc:chgData name="Jan Cordtz" userId="b5e592fb-fc8b-4323-a97d-691438b2e2da" providerId="ADAL" clId="{4E22EDF5-2883-5D57-B9C7-04E66950367B}" dt="2026-02-10T14:36:09.245" v="7" actId="2696"/>
        <pc:sldMkLst>
          <pc:docMk/>
          <pc:sldMk cId="1270669401" sldId="321"/>
        </pc:sldMkLst>
      </pc:sldChg>
      <pc:sldChg chg="modSp add mod">
        <pc:chgData name="Jan Cordtz" userId="b5e592fb-fc8b-4323-a97d-691438b2e2da" providerId="ADAL" clId="{4E22EDF5-2883-5D57-B9C7-04E66950367B}" dt="2026-02-10T14:48:26.020" v="148" actId="207"/>
        <pc:sldMkLst>
          <pc:docMk/>
          <pc:sldMk cId="1189671569" sldId="356"/>
        </pc:sldMkLst>
        <pc:spChg chg="mod">
          <ac:chgData name="Jan Cordtz" userId="b5e592fb-fc8b-4323-a97d-691438b2e2da" providerId="ADAL" clId="{4E22EDF5-2883-5D57-B9C7-04E66950367B}" dt="2026-02-10T14:47:22.567" v="137" actId="207"/>
          <ac:spMkLst>
            <pc:docMk/>
            <pc:sldMk cId="1189671569" sldId="356"/>
            <ac:spMk id="2" creationId="{05AA2D6B-1A48-7FED-E5C6-E5661770665D}"/>
          </ac:spMkLst>
        </pc:spChg>
        <pc:spChg chg="mod">
          <ac:chgData name="Jan Cordtz" userId="b5e592fb-fc8b-4323-a97d-691438b2e2da" providerId="ADAL" clId="{4E22EDF5-2883-5D57-B9C7-04E66950367B}" dt="2026-02-10T14:47:26.975" v="139" actId="207"/>
          <ac:spMkLst>
            <pc:docMk/>
            <pc:sldMk cId="1189671569" sldId="356"/>
            <ac:spMk id="6" creationId="{0F3A92BB-A797-E2C0-8A24-AF230C7908C1}"/>
          </ac:spMkLst>
        </pc:spChg>
        <pc:spChg chg="mod">
          <ac:chgData name="Jan Cordtz" userId="b5e592fb-fc8b-4323-a97d-691438b2e2da" providerId="ADAL" clId="{4E22EDF5-2883-5D57-B9C7-04E66950367B}" dt="2026-02-10T14:47:17.569" v="136" actId="207"/>
          <ac:spMkLst>
            <pc:docMk/>
            <pc:sldMk cId="1189671569" sldId="356"/>
            <ac:spMk id="7" creationId="{555049C2-12A9-1A61-0E1C-E48B5B90398C}"/>
          </ac:spMkLst>
        </pc:spChg>
        <pc:spChg chg="mod">
          <ac:chgData name="Jan Cordtz" userId="b5e592fb-fc8b-4323-a97d-691438b2e2da" providerId="ADAL" clId="{4E22EDF5-2883-5D57-B9C7-04E66950367B}" dt="2026-02-10T14:48:26.020" v="148" actId="207"/>
          <ac:spMkLst>
            <pc:docMk/>
            <pc:sldMk cId="1189671569" sldId="356"/>
            <ac:spMk id="9" creationId="{CEBC8E53-70C0-1A91-7BF7-2DB1FB47EA84}"/>
          </ac:spMkLst>
        </pc:spChg>
        <pc:spChg chg="mod">
          <ac:chgData name="Jan Cordtz" userId="b5e592fb-fc8b-4323-a97d-691438b2e2da" providerId="ADAL" clId="{4E22EDF5-2883-5D57-B9C7-04E66950367B}" dt="2026-02-10T14:48:26.020" v="148" actId="207"/>
          <ac:spMkLst>
            <pc:docMk/>
            <pc:sldMk cId="1189671569" sldId="356"/>
            <ac:spMk id="15" creationId="{570197F7-5172-5364-7D94-4377A799E9E1}"/>
          </ac:spMkLst>
        </pc:spChg>
        <pc:spChg chg="mod">
          <ac:chgData name="Jan Cordtz" userId="b5e592fb-fc8b-4323-a97d-691438b2e2da" providerId="ADAL" clId="{4E22EDF5-2883-5D57-B9C7-04E66950367B}" dt="2026-02-10T14:48:26.020" v="148" actId="207"/>
          <ac:spMkLst>
            <pc:docMk/>
            <pc:sldMk cId="1189671569" sldId="356"/>
            <ac:spMk id="16" creationId="{1E05ECA0-11B6-F598-A4A3-01E3930D7555}"/>
          </ac:spMkLst>
        </pc:spChg>
        <pc:spChg chg="mod">
          <ac:chgData name="Jan Cordtz" userId="b5e592fb-fc8b-4323-a97d-691438b2e2da" providerId="ADAL" clId="{4E22EDF5-2883-5D57-B9C7-04E66950367B}" dt="2026-02-10T14:48:26.020" v="148" actId="207"/>
          <ac:spMkLst>
            <pc:docMk/>
            <pc:sldMk cId="1189671569" sldId="356"/>
            <ac:spMk id="17" creationId="{993AD728-CF65-C2F3-5525-3AC7FB2A9DED}"/>
          </ac:spMkLst>
        </pc:spChg>
        <pc:spChg chg="mod">
          <ac:chgData name="Jan Cordtz" userId="b5e592fb-fc8b-4323-a97d-691438b2e2da" providerId="ADAL" clId="{4E22EDF5-2883-5D57-B9C7-04E66950367B}" dt="2026-02-10T14:48:26.020" v="148" actId="207"/>
          <ac:spMkLst>
            <pc:docMk/>
            <pc:sldMk cId="1189671569" sldId="356"/>
            <ac:spMk id="18" creationId="{8459060D-BBD1-33D2-22DF-14065975190A}"/>
          </ac:spMkLst>
        </pc:spChg>
        <pc:spChg chg="mod">
          <ac:chgData name="Jan Cordtz" userId="b5e592fb-fc8b-4323-a97d-691438b2e2da" providerId="ADAL" clId="{4E22EDF5-2883-5D57-B9C7-04E66950367B}" dt="2026-02-10T14:48:26.020" v="148" actId="207"/>
          <ac:spMkLst>
            <pc:docMk/>
            <pc:sldMk cId="1189671569" sldId="356"/>
            <ac:spMk id="19" creationId="{45F43E95-C5C1-5708-7DDB-944703B2A890}"/>
          </ac:spMkLst>
        </pc:spChg>
        <pc:spChg chg="mod">
          <ac:chgData name="Jan Cordtz" userId="b5e592fb-fc8b-4323-a97d-691438b2e2da" providerId="ADAL" clId="{4E22EDF5-2883-5D57-B9C7-04E66950367B}" dt="2026-02-10T14:48:26.020" v="148" actId="207"/>
          <ac:spMkLst>
            <pc:docMk/>
            <pc:sldMk cId="1189671569" sldId="356"/>
            <ac:spMk id="21" creationId="{D2DEBF7A-B1CE-8C7E-0C1F-957F136C2166}"/>
          </ac:spMkLst>
        </pc:spChg>
        <pc:spChg chg="mod">
          <ac:chgData name="Jan Cordtz" userId="b5e592fb-fc8b-4323-a97d-691438b2e2da" providerId="ADAL" clId="{4E22EDF5-2883-5D57-B9C7-04E66950367B}" dt="2026-02-10T14:48:26.020" v="148" actId="207"/>
          <ac:spMkLst>
            <pc:docMk/>
            <pc:sldMk cId="1189671569" sldId="356"/>
            <ac:spMk id="23" creationId="{445A2C09-FEAC-4CAC-253E-AFAA399CC20C}"/>
          </ac:spMkLst>
        </pc:spChg>
        <pc:spChg chg="mod">
          <ac:chgData name="Jan Cordtz" userId="b5e592fb-fc8b-4323-a97d-691438b2e2da" providerId="ADAL" clId="{4E22EDF5-2883-5D57-B9C7-04E66950367B}" dt="2026-02-10T14:48:26.020" v="148" actId="207"/>
          <ac:spMkLst>
            <pc:docMk/>
            <pc:sldMk cId="1189671569" sldId="356"/>
            <ac:spMk id="24" creationId="{E547795A-01C0-66C1-42A8-A29833449577}"/>
          </ac:spMkLst>
        </pc:spChg>
        <pc:spChg chg="mod">
          <ac:chgData name="Jan Cordtz" userId="b5e592fb-fc8b-4323-a97d-691438b2e2da" providerId="ADAL" clId="{4E22EDF5-2883-5D57-B9C7-04E66950367B}" dt="2026-02-10T14:48:26.020" v="148" actId="207"/>
          <ac:spMkLst>
            <pc:docMk/>
            <pc:sldMk cId="1189671569" sldId="356"/>
            <ac:spMk id="25" creationId="{038ADFE0-E81F-49C1-2BDD-8785FB0EFB87}"/>
          </ac:spMkLst>
        </pc:spChg>
      </pc:sldChg>
      <pc:sldChg chg="modSp add mod">
        <pc:chgData name="Jan Cordtz" userId="b5e592fb-fc8b-4323-a97d-691438b2e2da" providerId="ADAL" clId="{4E22EDF5-2883-5D57-B9C7-04E66950367B}" dt="2026-02-10T14:47:03.535" v="135" actId="1076"/>
        <pc:sldMkLst>
          <pc:docMk/>
          <pc:sldMk cId="1849708210" sldId="367"/>
        </pc:sldMkLst>
        <pc:spChg chg="mod">
          <ac:chgData name="Jan Cordtz" userId="b5e592fb-fc8b-4323-a97d-691438b2e2da" providerId="ADAL" clId="{4E22EDF5-2883-5D57-B9C7-04E66950367B}" dt="2026-02-10T14:44:54.972" v="63" actId="207"/>
          <ac:spMkLst>
            <pc:docMk/>
            <pc:sldMk cId="1849708210" sldId="367"/>
            <ac:spMk id="2" creationId="{25AB20C2-DF6A-A727-9BFE-3ED940110EB2}"/>
          </ac:spMkLst>
        </pc:spChg>
        <pc:spChg chg="mod">
          <ac:chgData name="Jan Cordtz" userId="b5e592fb-fc8b-4323-a97d-691438b2e2da" providerId="ADAL" clId="{4E22EDF5-2883-5D57-B9C7-04E66950367B}" dt="2026-02-10T14:45:05.490" v="64" actId="207"/>
          <ac:spMkLst>
            <pc:docMk/>
            <pc:sldMk cId="1849708210" sldId="367"/>
            <ac:spMk id="4" creationId="{BE4EA349-737C-AD6F-7E7A-A4F5618E690D}"/>
          </ac:spMkLst>
        </pc:spChg>
        <pc:spChg chg="mod">
          <ac:chgData name="Jan Cordtz" userId="b5e592fb-fc8b-4323-a97d-691438b2e2da" providerId="ADAL" clId="{4E22EDF5-2883-5D57-B9C7-04E66950367B}" dt="2026-02-10T14:46:51.850" v="134" actId="207"/>
          <ac:spMkLst>
            <pc:docMk/>
            <pc:sldMk cId="1849708210" sldId="367"/>
            <ac:spMk id="7" creationId="{B54C4948-1FBC-5124-020F-AFBA635625E9}"/>
          </ac:spMkLst>
        </pc:spChg>
        <pc:spChg chg="mod">
          <ac:chgData name="Jan Cordtz" userId="b5e592fb-fc8b-4323-a97d-691438b2e2da" providerId="ADAL" clId="{4E22EDF5-2883-5D57-B9C7-04E66950367B}" dt="2026-02-10T14:45:25.997" v="66" actId="207"/>
          <ac:spMkLst>
            <pc:docMk/>
            <pc:sldMk cId="1849708210" sldId="367"/>
            <ac:spMk id="8" creationId="{2EAB64E4-61F2-F54D-086E-4DABBDAAAE8B}"/>
          </ac:spMkLst>
        </pc:spChg>
        <pc:spChg chg="mod">
          <ac:chgData name="Jan Cordtz" userId="b5e592fb-fc8b-4323-a97d-691438b2e2da" providerId="ADAL" clId="{4E22EDF5-2883-5D57-B9C7-04E66950367B}" dt="2026-02-10T14:45:25.997" v="66" actId="207"/>
          <ac:spMkLst>
            <pc:docMk/>
            <pc:sldMk cId="1849708210" sldId="367"/>
            <ac:spMk id="9" creationId="{308E3853-A36A-EF61-413A-3C8916884FAB}"/>
          </ac:spMkLst>
        </pc:spChg>
        <pc:spChg chg="mod">
          <ac:chgData name="Jan Cordtz" userId="b5e592fb-fc8b-4323-a97d-691438b2e2da" providerId="ADAL" clId="{4E22EDF5-2883-5D57-B9C7-04E66950367B}" dt="2026-02-10T14:47:03.535" v="135" actId="1076"/>
          <ac:spMkLst>
            <pc:docMk/>
            <pc:sldMk cId="1849708210" sldId="367"/>
            <ac:spMk id="15" creationId="{5A75EF94-5501-01A8-842D-8EF48F5D6C96}"/>
          </ac:spMkLst>
        </pc:spChg>
        <pc:spChg chg="mod">
          <ac:chgData name="Jan Cordtz" userId="b5e592fb-fc8b-4323-a97d-691438b2e2da" providerId="ADAL" clId="{4E22EDF5-2883-5D57-B9C7-04E66950367B}" dt="2026-02-10T14:47:03.535" v="135" actId="1076"/>
          <ac:spMkLst>
            <pc:docMk/>
            <pc:sldMk cId="1849708210" sldId="367"/>
            <ac:spMk id="18" creationId="{A372067A-3303-2230-24AE-8056809751CB}"/>
          </ac:spMkLst>
        </pc:spChg>
        <pc:spChg chg="mod">
          <ac:chgData name="Jan Cordtz" userId="b5e592fb-fc8b-4323-a97d-691438b2e2da" providerId="ADAL" clId="{4E22EDF5-2883-5D57-B9C7-04E66950367B}" dt="2026-02-10T14:47:03.535" v="135" actId="1076"/>
          <ac:spMkLst>
            <pc:docMk/>
            <pc:sldMk cId="1849708210" sldId="367"/>
            <ac:spMk id="19" creationId="{ABFECB3A-BFA1-3879-D84D-212AEB3AEE57}"/>
          </ac:spMkLst>
        </pc:spChg>
        <pc:spChg chg="mod">
          <ac:chgData name="Jan Cordtz" userId="b5e592fb-fc8b-4323-a97d-691438b2e2da" providerId="ADAL" clId="{4E22EDF5-2883-5D57-B9C7-04E66950367B}" dt="2026-02-10T14:46:00.818" v="96" actId="207"/>
          <ac:spMkLst>
            <pc:docMk/>
            <pc:sldMk cId="1849708210" sldId="367"/>
            <ac:spMk id="20" creationId="{44324FF2-9350-D820-EAE1-77DB8843EA44}"/>
          </ac:spMkLst>
        </pc:spChg>
        <pc:spChg chg="mod">
          <ac:chgData name="Jan Cordtz" userId="b5e592fb-fc8b-4323-a97d-691438b2e2da" providerId="ADAL" clId="{4E22EDF5-2883-5D57-B9C7-04E66950367B}" dt="2026-02-10T14:46:06.999" v="97" actId="207"/>
          <ac:spMkLst>
            <pc:docMk/>
            <pc:sldMk cId="1849708210" sldId="367"/>
            <ac:spMk id="21" creationId="{D2D30B21-24C5-1955-6B8B-F087CABA7D38}"/>
          </ac:spMkLst>
        </pc:spChg>
        <pc:spChg chg="mod">
          <ac:chgData name="Jan Cordtz" userId="b5e592fb-fc8b-4323-a97d-691438b2e2da" providerId="ADAL" clId="{4E22EDF5-2883-5D57-B9C7-04E66950367B}" dt="2026-02-10T14:46:15.048" v="98" actId="207"/>
          <ac:spMkLst>
            <pc:docMk/>
            <pc:sldMk cId="1849708210" sldId="367"/>
            <ac:spMk id="22" creationId="{EEFC0C86-3379-4334-10BA-8A0C5457C3E6}"/>
          </ac:spMkLst>
        </pc:spChg>
        <pc:spChg chg="mod">
          <ac:chgData name="Jan Cordtz" userId="b5e592fb-fc8b-4323-a97d-691438b2e2da" providerId="ADAL" clId="{4E22EDF5-2883-5D57-B9C7-04E66950367B}" dt="2026-02-10T14:45:25.997" v="66" actId="207"/>
          <ac:spMkLst>
            <pc:docMk/>
            <pc:sldMk cId="1849708210" sldId="367"/>
            <ac:spMk id="25" creationId="{AFE21C3B-9CC1-7A8D-6CDE-D762AD8ED85A}"/>
          </ac:spMkLst>
        </pc:spChg>
        <pc:spChg chg="mod">
          <ac:chgData name="Jan Cordtz" userId="b5e592fb-fc8b-4323-a97d-691438b2e2da" providerId="ADAL" clId="{4E22EDF5-2883-5D57-B9C7-04E66950367B}" dt="2026-02-10T14:44:47.838" v="62" actId="207"/>
          <ac:spMkLst>
            <pc:docMk/>
            <pc:sldMk cId="1849708210" sldId="367"/>
            <ac:spMk id="27" creationId="{54A04504-FAC6-981E-159F-72F72D5C5F61}"/>
          </ac:spMkLst>
        </pc:spChg>
        <pc:spChg chg="mod">
          <ac:chgData name="Jan Cordtz" userId="b5e592fb-fc8b-4323-a97d-691438b2e2da" providerId="ADAL" clId="{4E22EDF5-2883-5D57-B9C7-04E66950367B}" dt="2026-02-10T14:44:54.972" v="63" actId="207"/>
          <ac:spMkLst>
            <pc:docMk/>
            <pc:sldMk cId="1849708210" sldId="367"/>
            <ac:spMk id="29" creationId="{E8FAFCA6-67D6-339E-3EAC-3B5C3073430F}"/>
          </ac:spMkLst>
        </pc:spChg>
        <pc:spChg chg="mod">
          <ac:chgData name="Jan Cordtz" userId="b5e592fb-fc8b-4323-a97d-691438b2e2da" providerId="ADAL" clId="{4E22EDF5-2883-5D57-B9C7-04E66950367B}" dt="2026-02-10T14:44:54.972" v="63" actId="207"/>
          <ac:spMkLst>
            <pc:docMk/>
            <pc:sldMk cId="1849708210" sldId="367"/>
            <ac:spMk id="30" creationId="{89EEFD3D-E678-F288-E44C-908C2B89AED3}"/>
          </ac:spMkLst>
        </pc:spChg>
        <pc:spChg chg="mod">
          <ac:chgData name="Jan Cordtz" userId="b5e592fb-fc8b-4323-a97d-691438b2e2da" providerId="ADAL" clId="{4E22EDF5-2883-5D57-B9C7-04E66950367B}" dt="2026-02-10T14:44:43.014" v="61" actId="207"/>
          <ac:spMkLst>
            <pc:docMk/>
            <pc:sldMk cId="1849708210" sldId="367"/>
            <ac:spMk id="31" creationId="{C23E1CA1-2E9F-907E-E23B-FA0D17E194EA}"/>
          </ac:spMkLst>
        </pc:spChg>
        <pc:spChg chg="mod">
          <ac:chgData name="Jan Cordtz" userId="b5e592fb-fc8b-4323-a97d-691438b2e2da" providerId="ADAL" clId="{4E22EDF5-2883-5D57-B9C7-04E66950367B}" dt="2026-02-10T14:44:54.972" v="63" actId="207"/>
          <ac:spMkLst>
            <pc:docMk/>
            <pc:sldMk cId="1849708210" sldId="367"/>
            <ac:spMk id="32" creationId="{207328F5-39C9-2E33-B4B6-0FA8979D96D9}"/>
          </ac:spMkLst>
        </pc:spChg>
        <pc:spChg chg="mod">
          <ac:chgData name="Jan Cordtz" userId="b5e592fb-fc8b-4323-a97d-691438b2e2da" providerId="ADAL" clId="{4E22EDF5-2883-5D57-B9C7-04E66950367B}" dt="2026-02-10T14:44:54.972" v="63" actId="207"/>
          <ac:spMkLst>
            <pc:docMk/>
            <pc:sldMk cId="1849708210" sldId="367"/>
            <ac:spMk id="33" creationId="{CDD76F9C-44E9-489F-FCCD-2F0857B7C942}"/>
          </ac:spMkLst>
        </pc:spChg>
        <pc:spChg chg="mod">
          <ac:chgData name="Jan Cordtz" userId="b5e592fb-fc8b-4323-a97d-691438b2e2da" providerId="ADAL" clId="{4E22EDF5-2883-5D57-B9C7-04E66950367B}" dt="2026-02-10T14:44:54.972" v="63" actId="207"/>
          <ac:spMkLst>
            <pc:docMk/>
            <pc:sldMk cId="1849708210" sldId="367"/>
            <ac:spMk id="34" creationId="{BC204E5C-E5E4-B4EC-8ADF-77DB9AA4CD76}"/>
          </ac:spMkLst>
        </pc:spChg>
        <pc:spChg chg="mod">
          <ac:chgData name="Jan Cordtz" userId="b5e592fb-fc8b-4323-a97d-691438b2e2da" providerId="ADAL" clId="{4E22EDF5-2883-5D57-B9C7-04E66950367B}" dt="2026-02-10T14:44:54.972" v="63" actId="207"/>
          <ac:spMkLst>
            <pc:docMk/>
            <pc:sldMk cId="1849708210" sldId="367"/>
            <ac:spMk id="35" creationId="{48205B48-FE1D-46A1-9400-4F04B0D0E373}"/>
          </ac:spMkLst>
        </pc:spChg>
        <pc:spChg chg="mod">
          <ac:chgData name="Jan Cordtz" userId="b5e592fb-fc8b-4323-a97d-691438b2e2da" providerId="ADAL" clId="{4E22EDF5-2883-5D57-B9C7-04E66950367B}" dt="2026-02-10T14:45:25.997" v="66" actId="207"/>
          <ac:spMkLst>
            <pc:docMk/>
            <pc:sldMk cId="1849708210" sldId="367"/>
            <ac:spMk id="36" creationId="{1893B7B9-6228-D76A-465F-D878D0AE4546}"/>
          </ac:spMkLst>
        </pc:spChg>
        <pc:spChg chg="mod">
          <ac:chgData name="Jan Cordtz" userId="b5e592fb-fc8b-4323-a97d-691438b2e2da" providerId="ADAL" clId="{4E22EDF5-2883-5D57-B9C7-04E66950367B}" dt="2026-02-10T14:45:25.997" v="66" actId="207"/>
          <ac:spMkLst>
            <pc:docMk/>
            <pc:sldMk cId="1849708210" sldId="367"/>
            <ac:spMk id="37" creationId="{0A0E0179-8592-A548-6ECD-8C81E6A7F7F5}"/>
          </ac:spMkLst>
        </pc:spChg>
        <pc:spChg chg="mod">
          <ac:chgData name="Jan Cordtz" userId="b5e592fb-fc8b-4323-a97d-691438b2e2da" providerId="ADAL" clId="{4E22EDF5-2883-5D57-B9C7-04E66950367B}" dt="2026-02-10T14:45:49.982" v="95" actId="692"/>
          <ac:spMkLst>
            <pc:docMk/>
            <pc:sldMk cId="1849708210" sldId="367"/>
            <ac:spMk id="38" creationId="{C5D09EB9-389F-72AA-98E0-30DFB62CF5F1}"/>
          </ac:spMkLst>
        </pc:spChg>
        <pc:spChg chg="mod">
          <ac:chgData name="Jan Cordtz" userId="b5e592fb-fc8b-4323-a97d-691438b2e2da" providerId="ADAL" clId="{4E22EDF5-2883-5D57-B9C7-04E66950367B}" dt="2026-02-10T14:46:36.694" v="133" actId="692"/>
          <ac:spMkLst>
            <pc:docMk/>
            <pc:sldMk cId="1849708210" sldId="367"/>
            <ac:spMk id="43" creationId="{11553073-C2E9-3798-40D3-C5BB4D88C7EE}"/>
          </ac:spMkLst>
        </pc:spChg>
        <pc:spChg chg="mod">
          <ac:chgData name="Jan Cordtz" userId="b5e592fb-fc8b-4323-a97d-691438b2e2da" providerId="ADAL" clId="{4E22EDF5-2883-5D57-B9C7-04E66950367B}" dt="2026-02-10T14:45:25.997" v="66" actId="207"/>
          <ac:spMkLst>
            <pc:docMk/>
            <pc:sldMk cId="1849708210" sldId="367"/>
            <ac:spMk id="48" creationId="{7756BFDD-1986-F970-4F52-ABCDB713DD9D}"/>
          </ac:spMkLst>
        </pc:spChg>
        <pc:grpChg chg="mod">
          <ac:chgData name="Jan Cordtz" userId="b5e592fb-fc8b-4323-a97d-691438b2e2da" providerId="ADAL" clId="{4E22EDF5-2883-5D57-B9C7-04E66950367B}" dt="2026-02-10T14:47:03.535" v="135" actId="1076"/>
          <ac:grpSpMkLst>
            <pc:docMk/>
            <pc:sldMk cId="1849708210" sldId="367"/>
            <ac:grpSpMk id="13" creationId="{FF963AD4-1038-0199-759D-C6B6F1E9AC16}"/>
          </ac:grpSpMkLst>
        </pc:grpChg>
        <pc:grpChg chg="mod">
          <ac:chgData name="Jan Cordtz" userId="b5e592fb-fc8b-4323-a97d-691438b2e2da" providerId="ADAL" clId="{4E22EDF5-2883-5D57-B9C7-04E66950367B}" dt="2026-02-10T14:47:03.535" v="135" actId="1076"/>
          <ac:grpSpMkLst>
            <pc:docMk/>
            <pc:sldMk cId="1849708210" sldId="367"/>
            <ac:grpSpMk id="14" creationId="{36E4035B-1D1F-6599-A79C-5F8398E08B67}"/>
          </ac:grpSpMkLst>
        </pc:grpChg>
        <pc:grpChg chg="mod">
          <ac:chgData name="Jan Cordtz" userId="b5e592fb-fc8b-4323-a97d-691438b2e2da" providerId="ADAL" clId="{4E22EDF5-2883-5D57-B9C7-04E66950367B}" dt="2026-02-10T14:47:03.535" v="135" actId="1076"/>
          <ac:grpSpMkLst>
            <pc:docMk/>
            <pc:sldMk cId="1849708210" sldId="367"/>
            <ac:grpSpMk id="16" creationId="{B5989DD7-4065-B0EE-B1DC-0CE5899952D7}"/>
          </ac:grpSpMkLst>
        </pc:grpChg>
        <pc:picChg chg="mod">
          <ac:chgData name="Jan Cordtz" userId="b5e592fb-fc8b-4323-a97d-691438b2e2da" providerId="ADAL" clId="{4E22EDF5-2883-5D57-B9C7-04E66950367B}" dt="2026-02-10T14:47:03.535" v="135" actId="1076"/>
          <ac:picMkLst>
            <pc:docMk/>
            <pc:sldMk cId="1849708210" sldId="367"/>
            <ac:picMk id="17" creationId="{3AEAF31C-7C61-7975-FC57-7F71B8AACE27}"/>
          </ac:picMkLst>
        </pc:picChg>
      </pc:sldChg>
      <pc:sldChg chg="del">
        <pc:chgData name="Jan Cordtz" userId="b5e592fb-fc8b-4323-a97d-691438b2e2da" providerId="ADAL" clId="{4E22EDF5-2883-5D57-B9C7-04E66950367B}" dt="2026-02-10T14:36:09.245" v="7" actId="2696"/>
        <pc:sldMkLst>
          <pc:docMk/>
          <pc:sldMk cId="2246849300" sldId="2147469983"/>
        </pc:sldMkLst>
      </pc:sldChg>
      <pc:sldChg chg="del">
        <pc:chgData name="Jan Cordtz" userId="b5e592fb-fc8b-4323-a97d-691438b2e2da" providerId="ADAL" clId="{4E22EDF5-2883-5D57-B9C7-04E66950367B}" dt="2026-02-10T14:36:09.245" v="7" actId="2696"/>
        <pc:sldMkLst>
          <pc:docMk/>
          <pc:sldMk cId="3452717658" sldId="2147470550"/>
        </pc:sldMkLst>
      </pc:sldChg>
      <pc:sldChg chg="del">
        <pc:chgData name="Jan Cordtz" userId="b5e592fb-fc8b-4323-a97d-691438b2e2da" providerId="ADAL" clId="{4E22EDF5-2883-5D57-B9C7-04E66950367B}" dt="2026-02-10T14:36:09.245" v="7" actId="2696"/>
        <pc:sldMkLst>
          <pc:docMk/>
          <pc:sldMk cId="1576175795" sldId="2147477266"/>
        </pc:sldMkLst>
      </pc:sldChg>
      <pc:sldChg chg="modSp mod">
        <pc:chgData name="Jan Cordtz" userId="b5e592fb-fc8b-4323-a97d-691438b2e2da" providerId="ADAL" clId="{4E22EDF5-2883-5D57-B9C7-04E66950367B}" dt="2026-02-10T14:35:45.591" v="6" actId="20577"/>
        <pc:sldMkLst>
          <pc:docMk/>
          <pc:sldMk cId="3886619284" sldId="2147477909"/>
        </pc:sldMkLst>
        <pc:spChg chg="mod">
          <ac:chgData name="Jan Cordtz" userId="b5e592fb-fc8b-4323-a97d-691438b2e2da" providerId="ADAL" clId="{4E22EDF5-2883-5D57-B9C7-04E66950367B}" dt="2026-02-10T14:35:45.591" v="6" actId="20577"/>
          <ac:spMkLst>
            <pc:docMk/>
            <pc:sldMk cId="3886619284" sldId="2147477909"/>
            <ac:spMk id="37" creationId="{40CB8A5C-7978-D6DF-6BCB-6AA6077897C3}"/>
          </ac:spMkLst>
        </pc:spChg>
      </pc:sldChg>
      <pc:sldChg chg="new del">
        <pc:chgData name="Jan Cordtz" userId="b5e592fb-fc8b-4323-a97d-691438b2e2da" providerId="ADAL" clId="{4E22EDF5-2883-5D57-B9C7-04E66950367B}" dt="2026-02-10T14:37:35.672" v="16" actId="2696"/>
        <pc:sldMkLst>
          <pc:docMk/>
          <pc:sldMk cId="2866400225" sldId="2147477910"/>
        </pc:sldMkLst>
      </pc:sldChg>
      <pc:sldChg chg="del">
        <pc:chgData name="Jan Cordtz" userId="b5e592fb-fc8b-4323-a97d-691438b2e2da" providerId="ADAL" clId="{4E22EDF5-2883-5D57-B9C7-04E66950367B}" dt="2026-02-10T14:36:09.245" v="7" actId="2696"/>
        <pc:sldMkLst>
          <pc:docMk/>
          <pc:sldMk cId="3054078141" sldId="2147481795"/>
        </pc:sldMkLst>
      </pc:sldChg>
      <pc:sldChg chg="del">
        <pc:chgData name="Jan Cordtz" userId="b5e592fb-fc8b-4323-a97d-691438b2e2da" providerId="ADAL" clId="{4E22EDF5-2883-5D57-B9C7-04E66950367B}" dt="2026-02-10T14:36:09.245" v="7" actId="2696"/>
        <pc:sldMkLst>
          <pc:docMk/>
          <pc:sldMk cId="587040167" sldId="2147481804"/>
        </pc:sldMkLst>
      </pc:sldChg>
      <pc:sldChg chg="add del">
        <pc:chgData name="Jan Cordtz" userId="b5e592fb-fc8b-4323-a97d-691438b2e2da" providerId="ADAL" clId="{4E22EDF5-2883-5D57-B9C7-04E66950367B}" dt="2026-02-10T14:37:14.329" v="15" actId="2696"/>
        <pc:sldMkLst>
          <pc:docMk/>
          <pc:sldMk cId="2941551577" sldId="2147481904"/>
        </pc:sldMkLst>
      </pc:sldChg>
      <pc:sldChg chg="modSp add mod">
        <pc:chgData name="Jan Cordtz" userId="b5e592fb-fc8b-4323-a97d-691438b2e2da" providerId="ADAL" clId="{4E22EDF5-2883-5D57-B9C7-04E66950367B}" dt="2026-02-10T14:49:22.511" v="153"/>
        <pc:sldMkLst>
          <pc:docMk/>
          <pc:sldMk cId="1357688573" sldId="2147481911"/>
        </pc:sldMkLst>
        <pc:spChg chg="mod">
          <ac:chgData name="Jan Cordtz" userId="b5e592fb-fc8b-4323-a97d-691438b2e2da" providerId="ADAL" clId="{4E22EDF5-2883-5D57-B9C7-04E66950367B}" dt="2026-02-10T14:48:59.207" v="151" actId="207"/>
          <ac:spMkLst>
            <pc:docMk/>
            <pc:sldMk cId="1357688573" sldId="2147481911"/>
            <ac:spMk id="6" creationId="{39A704B2-3315-BFA1-9EF3-BAD9E7570C4F}"/>
          </ac:spMkLst>
        </pc:spChg>
        <pc:spChg chg="mod">
          <ac:chgData name="Jan Cordtz" userId="b5e592fb-fc8b-4323-a97d-691438b2e2da" providerId="ADAL" clId="{4E22EDF5-2883-5D57-B9C7-04E66950367B}" dt="2026-02-10T14:48:54.434" v="150" actId="207"/>
          <ac:spMkLst>
            <pc:docMk/>
            <pc:sldMk cId="1357688573" sldId="2147481911"/>
            <ac:spMk id="8" creationId="{224A0149-21DB-FE50-2A33-8DF361BF0A8B}"/>
          </ac:spMkLst>
        </pc:spChg>
        <pc:spChg chg="mod">
          <ac:chgData name="Jan Cordtz" userId="b5e592fb-fc8b-4323-a97d-691438b2e2da" providerId="ADAL" clId="{4E22EDF5-2883-5D57-B9C7-04E66950367B}" dt="2026-02-10T14:48:49.423" v="149" actId="207"/>
          <ac:spMkLst>
            <pc:docMk/>
            <pc:sldMk cId="1357688573" sldId="2147481911"/>
            <ac:spMk id="9" creationId="{319759DA-1605-1D54-CF61-B9789F0BC042}"/>
          </ac:spMkLst>
        </pc:spChg>
        <pc:graphicFrameChg chg="modGraphic">
          <ac:chgData name="Jan Cordtz" userId="b5e592fb-fc8b-4323-a97d-691438b2e2da" providerId="ADAL" clId="{4E22EDF5-2883-5D57-B9C7-04E66950367B}" dt="2026-02-10T14:49:22.511" v="153"/>
          <ac:graphicFrameMkLst>
            <pc:docMk/>
            <pc:sldMk cId="1357688573" sldId="2147481911"/>
            <ac:graphicFrameMk id="10" creationId="{4F64AD48-6DFE-7BE6-B7C4-C125B11059DE}"/>
          </ac:graphicFrameMkLst>
        </pc:graphicFrameChg>
      </pc:sldChg>
      <pc:sldChg chg="modSp add mod">
        <pc:chgData name="Jan Cordtz" userId="b5e592fb-fc8b-4323-a97d-691438b2e2da" providerId="ADAL" clId="{4E22EDF5-2883-5D57-B9C7-04E66950367B}" dt="2026-02-10T14:49:49.177" v="157" actId="207"/>
        <pc:sldMkLst>
          <pc:docMk/>
          <pc:sldMk cId="155753422" sldId="2147481912"/>
        </pc:sldMkLst>
        <pc:spChg chg="mod">
          <ac:chgData name="Jan Cordtz" userId="b5e592fb-fc8b-4323-a97d-691438b2e2da" providerId="ADAL" clId="{4E22EDF5-2883-5D57-B9C7-04E66950367B}" dt="2026-02-10T14:49:49.177" v="157" actId="207"/>
          <ac:spMkLst>
            <pc:docMk/>
            <pc:sldMk cId="155753422" sldId="2147481912"/>
            <ac:spMk id="6" creationId="{5315D3DD-DEFB-756E-26E5-4FA569DC33E3}"/>
          </ac:spMkLst>
        </pc:spChg>
        <pc:spChg chg="mod">
          <ac:chgData name="Jan Cordtz" userId="b5e592fb-fc8b-4323-a97d-691438b2e2da" providerId="ADAL" clId="{4E22EDF5-2883-5D57-B9C7-04E66950367B}" dt="2026-02-10T14:49:31.960" v="154" actId="207"/>
          <ac:spMkLst>
            <pc:docMk/>
            <pc:sldMk cId="155753422" sldId="2147481912"/>
            <ac:spMk id="7" creationId="{B113C09A-86D5-6526-F8D6-10F1E23D7A28}"/>
          </ac:spMkLst>
        </pc:spChg>
        <pc:spChg chg="mod">
          <ac:chgData name="Jan Cordtz" userId="b5e592fb-fc8b-4323-a97d-691438b2e2da" providerId="ADAL" clId="{4E22EDF5-2883-5D57-B9C7-04E66950367B}" dt="2026-02-10T14:49:37.005" v="155" actId="207"/>
          <ac:spMkLst>
            <pc:docMk/>
            <pc:sldMk cId="155753422" sldId="2147481912"/>
            <ac:spMk id="8" creationId="{E952FC8B-1F38-8FC5-A6E2-BE673846A772}"/>
          </ac:spMkLst>
        </pc:spChg>
        <pc:spChg chg="mod">
          <ac:chgData name="Jan Cordtz" userId="b5e592fb-fc8b-4323-a97d-691438b2e2da" providerId="ADAL" clId="{4E22EDF5-2883-5D57-B9C7-04E66950367B}" dt="2026-02-10T14:49:44.634" v="156" actId="207"/>
          <ac:spMkLst>
            <pc:docMk/>
            <pc:sldMk cId="155753422" sldId="2147481912"/>
            <ac:spMk id="9" creationId="{828AA2A8-3739-1465-2127-49B602EA93D6}"/>
          </ac:spMkLst>
        </pc:spChg>
        <pc:spChg chg="mod">
          <ac:chgData name="Jan Cordtz" userId="b5e592fb-fc8b-4323-a97d-691438b2e2da" providerId="ADAL" clId="{4E22EDF5-2883-5D57-B9C7-04E66950367B}" dt="2026-02-10T14:49:44.634" v="156" actId="207"/>
          <ac:spMkLst>
            <pc:docMk/>
            <pc:sldMk cId="155753422" sldId="2147481912"/>
            <ac:spMk id="10" creationId="{1476D07B-4FC8-0204-E955-2736E48CBD9F}"/>
          </ac:spMkLst>
        </pc:spChg>
      </pc:sldChg>
      <pc:sldChg chg="add del">
        <pc:chgData name="Jan Cordtz" userId="b5e592fb-fc8b-4323-a97d-691438b2e2da" providerId="ADAL" clId="{4E22EDF5-2883-5D57-B9C7-04E66950367B}" dt="2026-02-10T14:37:12.158" v="14" actId="2696"/>
        <pc:sldMkLst>
          <pc:docMk/>
          <pc:sldMk cId="724852286" sldId="2147481913"/>
        </pc:sldMkLst>
      </pc:sldChg>
      <pc:sldChg chg="add del">
        <pc:chgData name="Jan Cordtz" userId="b5e592fb-fc8b-4323-a97d-691438b2e2da" providerId="ADAL" clId="{4E22EDF5-2883-5D57-B9C7-04E66950367B}" dt="2026-02-10T14:37:03.188" v="13" actId="2696"/>
        <pc:sldMkLst>
          <pc:docMk/>
          <pc:sldMk cId="2167230310" sldId="2147481914"/>
        </pc:sldMkLst>
      </pc:sldChg>
      <pc:sldChg chg="delSp modSp add mod">
        <pc:chgData name="Jan Cordtz" userId="b5e592fb-fc8b-4323-a97d-691438b2e2da" providerId="ADAL" clId="{4E22EDF5-2883-5D57-B9C7-04E66950367B}" dt="2026-02-10T14:42:25.009" v="53" actId="478"/>
        <pc:sldMkLst>
          <pc:docMk/>
          <pc:sldMk cId="2710400021" sldId="2147481915"/>
        </pc:sldMkLst>
        <pc:spChg chg="mod">
          <ac:chgData name="Jan Cordtz" userId="b5e592fb-fc8b-4323-a97d-691438b2e2da" providerId="ADAL" clId="{4E22EDF5-2883-5D57-B9C7-04E66950367B}" dt="2026-02-10T14:39:57.893" v="35" actId="207"/>
          <ac:spMkLst>
            <pc:docMk/>
            <pc:sldMk cId="2710400021" sldId="2147481915"/>
            <ac:spMk id="2" creationId="{7C570F96-8D2D-E0C8-194E-3CC6A4BC3D55}"/>
          </ac:spMkLst>
        </pc:spChg>
        <pc:spChg chg="del">
          <ac:chgData name="Jan Cordtz" userId="b5e592fb-fc8b-4323-a97d-691438b2e2da" providerId="ADAL" clId="{4E22EDF5-2883-5D57-B9C7-04E66950367B}" dt="2026-02-10T14:42:25.009" v="53" actId="478"/>
          <ac:spMkLst>
            <pc:docMk/>
            <pc:sldMk cId="2710400021" sldId="2147481915"/>
            <ac:spMk id="3" creationId="{ED8AAC10-07AB-E05F-20A9-9D6E70215F62}"/>
          </ac:spMkLst>
        </pc:spChg>
        <pc:spChg chg="mod">
          <ac:chgData name="Jan Cordtz" userId="b5e592fb-fc8b-4323-a97d-691438b2e2da" providerId="ADAL" clId="{4E22EDF5-2883-5D57-B9C7-04E66950367B}" dt="2026-02-10T14:40:09.861" v="37" actId="207"/>
          <ac:spMkLst>
            <pc:docMk/>
            <pc:sldMk cId="2710400021" sldId="2147481915"/>
            <ac:spMk id="6" creationId="{2FD6A18C-5B69-13C9-2514-AED3D3B34D25}"/>
          </ac:spMkLst>
        </pc:spChg>
        <pc:spChg chg="mod">
          <ac:chgData name="Jan Cordtz" userId="b5e592fb-fc8b-4323-a97d-691438b2e2da" providerId="ADAL" clId="{4E22EDF5-2883-5D57-B9C7-04E66950367B}" dt="2026-02-10T14:40:03.543" v="36" actId="207"/>
          <ac:spMkLst>
            <pc:docMk/>
            <pc:sldMk cId="2710400021" sldId="2147481915"/>
            <ac:spMk id="7" creationId="{E73D5811-84C3-8C80-3E72-2ED3FAEE1C9B}"/>
          </ac:spMkLst>
        </pc:spChg>
        <pc:spChg chg="mod">
          <ac:chgData name="Jan Cordtz" userId="b5e592fb-fc8b-4323-a97d-691438b2e2da" providerId="ADAL" clId="{4E22EDF5-2883-5D57-B9C7-04E66950367B}" dt="2026-02-10T14:41:14.460" v="45" actId="207"/>
          <ac:spMkLst>
            <pc:docMk/>
            <pc:sldMk cId="2710400021" sldId="2147481915"/>
            <ac:spMk id="23" creationId="{BAAB6AC7-E364-1DE3-8F82-3E5426D383F8}"/>
          </ac:spMkLst>
        </pc:spChg>
        <pc:spChg chg="mod">
          <ac:chgData name="Jan Cordtz" userId="b5e592fb-fc8b-4323-a97d-691438b2e2da" providerId="ADAL" clId="{4E22EDF5-2883-5D57-B9C7-04E66950367B}" dt="2026-02-10T14:41:20.674" v="46" actId="207"/>
          <ac:spMkLst>
            <pc:docMk/>
            <pc:sldMk cId="2710400021" sldId="2147481915"/>
            <ac:spMk id="24" creationId="{DA58B0CD-0512-0D47-B889-27556EF58435}"/>
          </ac:spMkLst>
        </pc:spChg>
        <pc:spChg chg="mod">
          <ac:chgData name="Jan Cordtz" userId="b5e592fb-fc8b-4323-a97d-691438b2e2da" providerId="ADAL" clId="{4E22EDF5-2883-5D57-B9C7-04E66950367B}" dt="2026-02-10T14:40:53.338" v="42" actId="207"/>
          <ac:spMkLst>
            <pc:docMk/>
            <pc:sldMk cId="2710400021" sldId="2147481915"/>
            <ac:spMk id="25" creationId="{7CB45C30-4FDF-C335-4401-FB3E15DE030E}"/>
          </ac:spMkLst>
        </pc:spChg>
        <pc:spChg chg="mod">
          <ac:chgData name="Jan Cordtz" userId="b5e592fb-fc8b-4323-a97d-691438b2e2da" providerId="ADAL" clId="{4E22EDF5-2883-5D57-B9C7-04E66950367B}" dt="2026-02-10T14:42:11.994" v="49" actId="207"/>
          <ac:spMkLst>
            <pc:docMk/>
            <pc:sldMk cId="2710400021" sldId="2147481915"/>
            <ac:spMk id="26" creationId="{DDFD9A58-0EC8-0FC0-CD1C-CF487EB5936F}"/>
          </ac:spMkLst>
        </pc:spChg>
        <pc:spChg chg="mod">
          <ac:chgData name="Jan Cordtz" userId="b5e592fb-fc8b-4323-a97d-691438b2e2da" providerId="ADAL" clId="{4E22EDF5-2883-5D57-B9C7-04E66950367B}" dt="2026-02-10T14:42:11.994" v="49" actId="207"/>
          <ac:spMkLst>
            <pc:docMk/>
            <pc:sldMk cId="2710400021" sldId="2147481915"/>
            <ac:spMk id="27" creationId="{D29B3912-0B65-8F5A-2A41-0965FAAE32B1}"/>
          </ac:spMkLst>
        </pc:spChg>
        <pc:spChg chg="mod">
          <ac:chgData name="Jan Cordtz" userId="b5e592fb-fc8b-4323-a97d-691438b2e2da" providerId="ADAL" clId="{4E22EDF5-2883-5D57-B9C7-04E66950367B}" dt="2026-02-10T14:42:11.994" v="49" actId="207"/>
          <ac:spMkLst>
            <pc:docMk/>
            <pc:sldMk cId="2710400021" sldId="2147481915"/>
            <ac:spMk id="28" creationId="{1C08B43C-11BD-68A9-3976-E7822923EA50}"/>
          </ac:spMkLst>
        </pc:spChg>
        <pc:spChg chg="mod">
          <ac:chgData name="Jan Cordtz" userId="b5e592fb-fc8b-4323-a97d-691438b2e2da" providerId="ADAL" clId="{4E22EDF5-2883-5D57-B9C7-04E66950367B}" dt="2026-02-10T14:42:11.994" v="49" actId="207"/>
          <ac:spMkLst>
            <pc:docMk/>
            <pc:sldMk cId="2710400021" sldId="2147481915"/>
            <ac:spMk id="29" creationId="{36DE336D-4B7B-90C0-84BB-49167CBDA94A}"/>
          </ac:spMkLst>
        </pc:spChg>
        <pc:spChg chg="mod">
          <ac:chgData name="Jan Cordtz" userId="b5e592fb-fc8b-4323-a97d-691438b2e2da" providerId="ADAL" clId="{4E22EDF5-2883-5D57-B9C7-04E66950367B}" dt="2026-02-10T14:40:20.017" v="39" actId="207"/>
          <ac:spMkLst>
            <pc:docMk/>
            <pc:sldMk cId="2710400021" sldId="2147481915"/>
            <ac:spMk id="30" creationId="{2C8B5DC8-DD78-5602-6492-33274F088B11}"/>
          </ac:spMkLst>
        </pc:spChg>
        <pc:spChg chg="mod">
          <ac:chgData name="Jan Cordtz" userId="b5e592fb-fc8b-4323-a97d-691438b2e2da" providerId="ADAL" clId="{4E22EDF5-2883-5D57-B9C7-04E66950367B}" dt="2026-02-10T14:42:14.722" v="50" actId="207"/>
          <ac:spMkLst>
            <pc:docMk/>
            <pc:sldMk cId="2710400021" sldId="2147481915"/>
            <ac:spMk id="32" creationId="{C4CF8D14-52E5-8297-3CA5-DEA33D14A624}"/>
          </ac:spMkLst>
        </pc:spChg>
        <pc:spChg chg="mod">
          <ac:chgData name="Jan Cordtz" userId="b5e592fb-fc8b-4323-a97d-691438b2e2da" providerId="ADAL" clId="{4E22EDF5-2883-5D57-B9C7-04E66950367B}" dt="2026-02-10T14:42:17.333" v="51" actId="207"/>
          <ac:spMkLst>
            <pc:docMk/>
            <pc:sldMk cId="2710400021" sldId="2147481915"/>
            <ac:spMk id="33" creationId="{80F9904A-846B-B665-FB63-57771450678F}"/>
          </ac:spMkLst>
        </pc:spChg>
        <pc:spChg chg="mod">
          <ac:chgData name="Jan Cordtz" userId="b5e592fb-fc8b-4323-a97d-691438b2e2da" providerId="ADAL" clId="{4E22EDF5-2883-5D57-B9C7-04E66950367B}" dt="2026-02-10T14:42:20.176" v="52" actId="207"/>
          <ac:spMkLst>
            <pc:docMk/>
            <pc:sldMk cId="2710400021" sldId="2147481915"/>
            <ac:spMk id="35" creationId="{86EBCBB6-F148-3F0C-F620-9D2DECC47FAA}"/>
          </ac:spMkLst>
        </pc:spChg>
        <pc:spChg chg="mod">
          <ac:chgData name="Jan Cordtz" userId="b5e592fb-fc8b-4323-a97d-691438b2e2da" providerId="ADAL" clId="{4E22EDF5-2883-5D57-B9C7-04E66950367B}" dt="2026-02-10T14:40:28.055" v="40" actId="207"/>
          <ac:spMkLst>
            <pc:docMk/>
            <pc:sldMk cId="2710400021" sldId="2147481915"/>
            <ac:spMk id="36" creationId="{6551125C-E91B-38E1-48CD-E288D5D34A40}"/>
          </ac:spMkLst>
        </pc:spChg>
      </pc:sldChg>
      <pc:sldChg chg="del">
        <pc:chgData name="Jan Cordtz" userId="b5e592fb-fc8b-4323-a97d-691438b2e2da" providerId="ADAL" clId="{4E22EDF5-2883-5D57-B9C7-04E66950367B}" dt="2026-02-10T14:36:09.245" v="7" actId="2696"/>
        <pc:sldMkLst>
          <pc:docMk/>
          <pc:sldMk cId="3999867685" sldId="2147482672"/>
        </pc:sldMkLst>
      </pc:sldChg>
      <pc:sldChg chg="del">
        <pc:chgData name="Jan Cordtz" userId="b5e592fb-fc8b-4323-a97d-691438b2e2da" providerId="ADAL" clId="{4E22EDF5-2883-5D57-B9C7-04E66950367B}" dt="2026-02-10T14:36:09.245" v="7" actId="2696"/>
        <pc:sldMkLst>
          <pc:docMk/>
          <pc:sldMk cId="229052225" sldId="2147482673"/>
        </pc:sldMkLst>
      </pc:sldChg>
      <pc:sldChg chg="del">
        <pc:chgData name="Jan Cordtz" userId="b5e592fb-fc8b-4323-a97d-691438b2e2da" providerId="ADAL" clId="{4E22EDF5-2883-5D57-B9C7-04E66950367B}" dt="2026-02-10T14:36:09.245" v="7" actId="2696"/>
        <pc:sldMkLst>
          <pc:docMk/>
          <pc:sldMk cId="0" sldId="2147483429"/>
        </pc:sldMkLst>
      </pc:sldChg>
      <pc:sldChg chg="del">
        <pc:chgData name="Jan Cordtz" userId="b5e592fb-fc8b-4323-a97d-691438b2e2da" providerId="ADAL" clId="{4E22EDF5-2883-5D57-B9C7-04E66950367B}" dt="2026-02-10T14:36:09.245" v="7" actId="2696"/>
        <pc:sldMkLst>
          <pc:docMk/>
          <pc:sldMk cId="2691253909" sldId="2147483448"/>
        </pc:sldMkLst>
      </pc:sldChg>
      <pc:sldChg chg="del">
        <pc:chgData name="Jan Cordtz" userId="b5e592fb-fc8b-4323-a97d-691438b2e2da" providerId="ADAL" clId="{4E22EDF5-2883-5D57-B9C7-04E66950367B}" dt="2026-02-10T14:36:09.245" v="7" actId="2696"/>
        <pc:sldMkLst>
          <pc:docMk/>
          <pc:sldMk cId="2332959284" sldId="2147483450"/>
        </pc:sldMkLst>
      </pc:sldChg>
      <pc:sldChg chg="del">
        <pc:chgData name="Jan Cordtz" userId="b5e592fb-fc8b-4323-a97d-691438b2e2da" providerId="ADAL" clId="{4E22EDF5-2883-5D57-B9C7-04E66950367B}" dt="2026-02-10T14:36:09.245" v="7" actId="2696"/>
        <pc:sldMkLst>
          <pc:docMk/>
          <pc:sldMk cId="3764181936" sldId="2147483451"/>
        </pc:sldMkLst>
      </pc:sldChg>
      <pc:sldChg chg="del">
        <pc:chgData name="Jan Cordtz" userId="b5e592fb-fc8b-4323-a97d-691438b2e2da" providerId="ADAL" clId="{4E22EDF5-2883-5D57-B9C7-04E66950367B}" dt="2026-02-10T14:36:09.245" v="7" actId="2696"/>
        <pc:sldMkLst>
          <pc:docMk/>
          <pc:sldMk cId="70633541" sldId="2147483452"/>
        </pc:sldMkLst>
      </pc:sldChg>
      <pc:sldChg chg="del">
        <pc:chgData name="Jan Cordtz" userId="b5e592fb-fc8b-4323-a97d-691438b2e2da" providerId="ADAL" clId="{4E22EDF5-2883-5D57-B9C7-04E66950367B}" dt="2026-02-10T14:36:09.245" v="7" actId="2696"/>
        <pc:sldMkLst>
          <pc:docMk/>
          <pc:sldMk cId="3814116829" sldId="2147483453"/>
        </pc:sldMkLst>
      </pc:sldChg>
      <pc:sldChg chg="del">
        <pc:chgData name="Jan Cordtz" userId="b5e592fb-fc8b-4323-a97d-691438b2e2da" providerId="ADAL" clId="{4E22EDF5-2883-5D57-B9C7-04E66950367B}" dt="2026-02-10T14:36:09.245" v="7" actId="2696"/>
        <pc:sldMkLst>
          <pc:docMk/>
          <pc:sldMk cId="3539504392" sldId="2147483454"/>
        </pc:sldMkLst>
      </pc:sldChg>
      <pc:sldChg chg="del">
        <pc:chgData name="Jan Cordtz" userId="b5e592fb-fc8b-4323-a97d-691438b2e2da" providerId="ADAL" clId="{4E22EDF5-2883-5D57-B9C7-04E66950367B}" dt="2026-02-10T14:36:09.245" v="7" actId="2696"/>
        <pc:sldMkLst>
          <pc:docMk/>
          <pc:sldMk cId="2644657765" sldId="2147483455"/>
        </pc:sldMkLst>
      </pc:sldChg>
      <pc:sldChg chg="del">
        <pc:chgData name="Jan Cordtz" userId="b5e592fb-fc8b-4323-a97d-691438b2e2da" providerId="ADAL" clId="{4E22EDF5-2883-5D57-B9C7-04E66950367B}" dt="2026-02-10T14:36:09.245" v="7" actId="2696"/>
        <pc:sldMkLst>
          <pc:docMk/>
          <pc:sldMk cId="351938932" sldId="2147483456"/>
        </pc:sldMkLst>
      </pc:sldChg>
      <pc:sldChg chg="del">
        <pc:chgData name="Jan Cordtz" userId="b5e592fb-fc8b-4323-a97d-691438b2e2da" providerId="ADAL" clId="{4E22EDF5-2883-5D57-B9C7-04E66950367B}" dt="2026-02-10T14:36:09.245" v="7" actId="2696"/>
        <pc:sldMkLst>
          <pc:docMk/>
          <pc:sldMk cId="1184789471" sldId="2147483457"/>
        </pc:sldMkLst>
      </pc:sldChg>
      <pc:sldChg chg="del">
        <pc:chgData name="Jan Cordtz" userId="b5e592fb-fc8b-4323-a97d-691438b2e2da" providerId="ADAL" clId="{4E22EDF5-2883-5D57-B9C7-04E66950367B}" dt="2026-02-10T14:36:09.245" v="7" actId="2696"/>
        <pc:sldMkLst>
          <pc:docMk/>
          <pc:sldMk cId="712584334" sldId="2147483458"/>
        </pc:sldMkLst>
      </pc:sldChg>
      <pc:sldChg chg="del">
        <pc:chgData name="Jan Cordtz" userId="b5e592fb-fc8b-4323-a97d-691438b2e2da" providerId="ADAL" clId="{4E22EDF5-2883-5D57-B9C7-04E66950367B}" dt="2026-02-10T14:36:09.245" v="7" actId="2696"/>
        <pc:sldMkLst>
          <pc:docMk/>
          <pc:sldMk cId="203319648" sldId="2147483459"/>
        </pc:sldMkLst>
      </pc:sldChg>
      <pc:sldChg chg="del">
        <pc:chgData name="Jan Cordtz" userId="b5e592fb-fc8b-4323-a97d-691438b2e2da" providerId="ADAL" clId="{4E22EDF5-2883-5D57-B9C7-04E66950367B}" dt="2026-02-10T14:36:09.245" v="7" actId="2696"/>
        <pc:sldMkLst>
          <pc:docMk/>
          <pc:sldMk cId="49865275" sldId="2147483460"/>
        </pc:sldMkLst>
      </pc:sldChg>
      <pc:sldChg chg="del">
        <pc:chgData name="Jan Cordtz" userId="b5e592fb-fc8b-4323-a97d-691438b2e2da" providerId="ADAL" clId="{4E22EDF5-2883-5D57-B9C7-04E66950367B}" dt="2026-02-10T14:36:09.245" v="7" actId="2696"/>
        <pc:sldMkLst>
          <pc:docMk/>
          <pc:sldMk cId="3534346563" sldId="2147483489"/>
        </pc:sldMkLst>
      </pc:sldChg>
      <pc:sldChg chg="del">
        <pc:chgData name="Jan Cordtz" userId="b5e592fb-fc8b-4323-a97d-691438b2e2da" providerId="ADAL" clId="{4E22EDF5-2883-5D57-B9C7-04E66950367B}" dt="2026-02-10T14:36:09.245" v="7" actId="2696"/>
        <pc:sldMkLst>
          <pc:docMk/>
          <pc:sldMk cId="3127754395" sldId="2147483490"/>
        </pc:sldMkLst>
      </pc:sldChg>
      <pc:sldChg chg="del">
        <pc:chgData name="Jan Cordtz" userId="b5e592fb-fc8b-4323-a97d-691438b2e2da" providerId="ADAL" clId="{4E22EDF5-2883-5D57-B9C7-04E66950367B}" dt="2026-02-10T14:36:09.245" v="7" actId="2696"/>
        <pc:sldMkLst>
          <pc:docMk/>
          <pc:sldMk cId="840850604" sldId="2147483491"/>
        </pc:sldMkLst>
      </pc:sldChg>
      <pc:sldChg chg="del">
        <pc:chgData name="Jan Cordtz" userId="b5e592fb-fc8b-4323-a97d-691438b2e2da" providerId="ADAL" clId="{4E22EDF5-2883-5D57-B9C7-04E66950367B}" dt="2026-02-10T14:36:09.245" v="7" actId="2696"/>
        <pc:sldMkLst>
          <pc:docMk/>
          <pc:sldMk cId="2416850360" sldId="2147483492"/>
        </pc:sldMkLst>
      </pc:sldChg>
      <pc:sldChg chg="del">
        <pc:chgData name="Jan Cordtz" userId="b5e592fb-fc8b-4323-a97d-691438b2e2da" providerId="ADAL" clId="{4E22EDF5-2883-5D57-B9C7-04E66950367B}" dt="2026-02-10T14:36:09.245" v="7" actId="2696"/>
        <pc:sldMkLst>
          <pc:docMk/>
          <pc:sldMk cId="2818008795" sldId="2147483642"/>
        </pc:sldMkLst>
      </pc:sldChg>
      <pc:sldChg chg="del">
        <pc:chgData name="Jan Cordtz" userId="b5e592fb-fc8b-4323-a97d-691438b2e2da" providerId="ADAL" clId="{4E22EDF5-2883-5D57-B9C7-04E66950367B}" dt="2026-02-10T14:36:09.245" v="7" actId="2696"/>
        <pc:sldMkLst>
          <pc:docMk/>
          <pc:sldMk cId="3071218742" sldId="2147483643"/>
        </pc:sldMkLst>
      </pc:sldChg>
      <pc:sldChg chg="del">
        <pc:chgData name="Jan Cordtz" userId="b5e592fb-fc8b-4323-a97d-691438b2e2da" providerId="ADAL" clId="{4E22EDF5-2883-5D57-B9C7-04E66950367B}" dt="2026-02-10T14:36:09.245" v="7" actId="2696"/>
        <pc:sldMkLst>
          <pc:docMk/>
          <pc:sldMk cId="3346694504" sldId="2147483644"/>
        </pc:sldMkLst>
      </pc:sldChg>
      <pc:sldMasterChg chg="delSldLayout">
        <pc:chgData name="Jan Cordtz" userId="b5e592fb-fc8b-4323-a97d-691438b2e2da" providerId="ADAL" clId="{4E22EDF5-2883-5D57-B9C7-04E66950367B}" dt="2026-02-10T14:36:55.201" v="11" actId="2696"/>
        <pc:sldMasterMkLst>
          <pc:docMk/>
          <pc:sldMasterMk cId="2167567657" sldId="2147484679"/>
        </pc:sldMasterMkLst>
        <pc:sldLayoutChg chg="del">
          <pc:chgData name="Jan Cordtz" userId="b5e592fb-fc8b-4323-a97d-691438b2e2da" providerId="ADAL" clId="{4E22EDF5-2883-5D57-B9C7-04E66950367B}" dt="2026-02-10T14:36:55.201" v="11" actId="2696"/>
          <pc:sldLayoutMkLst>
            <pc:docMk/>
            <pc:sldMasterMk cId="2167567657" sldId="2147484679"/>
            <pc:sldLayoutMk cId="1994067152" sldId="21474848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620E76-BD2A-807A-4F6B-E2A2A22838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E029C42-B4BE-60D8-A545-51ED2B96F31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55ECE5-EB93-2D49-8FD9-DADF7BF71AD3}" type="datetimeFigureOut">
              <a:rPr lang="en-US" smtClean="0"/>
              <a:t>2/10/26</a:t>
            </a:fld>
            <a:endParaRPr lang="en-US"/>
          </a:p>
        </p:txBody>
      </p:sp>
      <p:sp>
        <p:nvSpPr>
          <p:cNvPr id="4" name="Footer Placeholder 3">
            <a:extLst>
              <a:ext uri="{FF2B5EF4-FFF2-40B4-BE49-F238E27FC236}">
                <a16:creationId xmlns:a16="http://schemas.microsoft.com/office/drawing/2014/main" id="{64EDE36F-DAD8-F01F-BFE8-FDEDCF89C9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101387A-ED64-7FD6-C691-6161AE846A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108420-07C5-0549-A563-96974B861BA4}" type="slidenum">
              <a:rPr lang="en-US" smtClean="0"/>
              <a:t>‹#›</a:t>
            </a:fld>
            <a:endParaRPr lang="en-US"/>
          </a:p>
        </p:txBody>
      </p:sp>
    </p:spTree>
    <p:extLst>
      <p:ext uri="{BB962C8B-B14F-4D97-AF65-F5344CB8AC3E}">
        <p14:creationId xmlns:p14="http://schemas.microsoft.com/office/powerpoint/2010/main" val="2804641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F44038-DA64-46A7-879B-15C019DD587C}" type="datetimeFigureOut">
              <a:rPr lang="en-US" smtClean="0"/>
              <a:t>2/10/26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54E06-3DA0-4567-A557-9A2D7B97E8BB}" type="slidenum">
              <a:rPr lang="en-US" smtClean="0"/>
              <a:t>‹#›</a:t>
            </a:fld>
            <a:endParaRPr lang="en-US"/>
          </a:p>
        </p:txBody>
      </p:sp>
    </p:spTree>
    <p:extLst>
      <p:ext uri="{BB962C8B-B14F-4D97-AF65-F5344CB8AC3E}">
        <p14:creationId xmlns:p14="http://schemas.microsoft.com/office/powerpoint/2010/main" val="124242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F453572-9C5C-4AEF-8FA5-D17DDB1F0B8A}"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2/10/26 3:32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65932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a:solidFill>
                  <a:srgbClr val="000000"/>
                </a:solidFill>
                <a:effectLst/>
                <a:highlight>
                  <a:srgbClr val="F5F5F5"/>
                </a:highlight>
                <a:latin typeface="Segoe UI" panose="020B0502040204020203" pitchFamily="34" charset="0"/>
              </a:rPr>
              <a:t>Last year, we announced the new </a:t>
            </a:r>
            <a:r>
              <a:rPr lang="en-US" b="1" i="0" u="none" strike="noStrike">
                <a:solidFill>
                  <a:srgbClr val="000000"/>
                </a:solidFill>
                <a:effectLst/>
                <a:highlight>
                  <a:srgbClr val="F5F5F5"/>
                </a:highlight>
                <a:latin typeface="Segoe UI" panose="020B0502040204020203" pitchFamily="34" charset="0"/>
              </a:rPr>
              <a:t>Microsoft Purview</a:t>
            </a:r>
            <a:r>
              <a:rPr lang="en-US" b="0" i="0" u="none" strike="noStrike">
                <a:solidFill>
                  <a:srgbClr val="000000"/>
                </a:solidFill>
                <a:effectLst/>
                <a:highlight>
                  <a:srgbClr val="F5F5F5"/>
                </a:highlight>
                <a:latin typeface="Segoe UI" panose="020B0502040204020203" pitchFamily="34" charset="0"/>
              </a:rPr>
              <a:t> – your solution for comprehensive data governance, security, and compliance on ALL your data wherever it lives. The new Microsoft Purview combines our solutions for Data Security (for security leaders), Data Governance (for data officers and consumers) and Data Compliance (for risk leaders) into one unified experience and a unified underlying platform. These connected solutions are all anchored on a trusted common foundation to security navigate and innovate the digital transformation investments. The open platform gives you tremendous choice in terms of solutions you can choose and apply for your needs. </a:t>
            </a:r>
            <a:r>
              <a:rPr lang="en-US" b="0" i="0" u="none" strike="noStrike">
                <a:solidFill>
                  <a:srgbClr val="444444"/>
                </a:solidFill>
                <a:effectLst/>
                <a:highlight>
                  <a:srgbClr val="F5F5F5"/>
                </a:highlight>
                <a:latin typeface="Segoe UI" panose="020B0502040204020203" pitchFamily="34" charset="0"/>
              </a:rPr>
              <a:t>​ </a:t>
            </a:r>
            <a:r>
              <a:rPr lang="en-US" b="0" i="0" u="none" strike="noStrike">
                <a:solidFill>
                  <a:srgbClr val="000000"/>
                </a:solidFill>
                <a:effectLst/>
                <a:highlight>
                  <a:srgbClr val="F5F5F5"/>
                </a:highlight>
                <a:latin typeface="Segoe UI" panose="020B0502040204020203" pitchFamily="34" charset="0"/>
              </a:rPr>
              <a:t>This is a huge step in our promise to help you protect your entire data estate.  Let explore the new Data Governance experience further.</a:t>
            </a: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F558561-BE36-42AC-B7DC-7B2DD2B932EC}"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2/10/26 3:36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737655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opening">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363122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Section 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53A46E-C8B2-07FC-6842-6E29F4237B20}"/>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
        <p:nvSpPr>
          <p:cNvPr id="2" name="Text Placeholder 15">
            <a:extLst>
              <a:ext uri="{FF2B5EF4-FFF2-40B4-BE49-F238E27FC236}">
                <a16:creationId xmlns:a16="http://schemas.microsoft.com/office/drawing/2014/main" id="{6BD9C85B-EC8F-D695-0FA1-6791980AB257}"/>
              </a:ext>
            </a:extLst>
          </p:cNvPr>
          <p:cNvSpPr>
            <a:spLocks noGrp="1"/>
          </p:cNvSpPr>
          <p:nvPr>
            <p:ph type="body" sz="quarter" idx="11" hasCustomPrompt="1"/>
          </p:nvPr>
        </p:nvSpPr>
        <p:spPr>
          <a:xfrm>
            <a:off x="7199551" y="4038049"/>
            <a:ext cx="3231416" cy="1398587"/>
          </a:xfrm>
          <a:prstGeom prst="rect">
            <a:avLst/>
          </a:prstGeom>
        </p:spPr>
        <p:txBody>
          <a:bodyPr>
            <a:noAutofit/>
          </a:bodyPr>
          <a:lstStyle>
            <a:lvl1pPr marL="0" indent="0">
              <a:buNone/>
              <a:defRPr lang="en-US" sz="3200">
                <a:solidFill>
                  <a:schemeClr val="bg1"/>
                </a:solidFill>
                <a:latin typeface="Segoe Sans Display" pitchFamily="2" charset="0"/>
                <a:cs typeface="Segoe Sans Display" pitchFamily="2" charset="0"/>
              </a:defRPr>
            </a:lvl1pPr>
          </a:lstStyle>
          <a:p>
            <a:pPr marL="228600" lvl="0" indent="-228600"/>
            <a:r>
              <a:rPr lang="en-US" dirty="0"/>
              <a:t>Section title one</a:t>
            </a:r>
          </a:p>
        </p:txBody>
      </p:sp>
    </p:spTree>
    <p:extLst>
      <p:ext uri="{BB962C8B-B14F-4D97-AF65-F5344CB8AC3E}">
        <p14:creationId xmlns:p14="http://schemas.microsoft.com/office/powerpoint/2010/main" val="59036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DF9"/>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a:t>Microsoft Purview</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pic>
        <p:nvPicPr>
          <p:cNvPr id="2" name="Picture 1" descr="A close up of a jellyfish&#10;&#10;Description automatically generated with low confidence">
            <a:extLst>
              <a:ext uri="{FF2B5EF4-FFF2-40B4-BE49-F238E27FC236}">
                <a16:creationId xmlns:a16="http://schemas.microsoft.com/office/drawing/2014/main" id="{34D1DF6D-FC7A-C5D0-48D8-C8E0A0336AEB}"/>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92067672"/>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Large Number Divider 1">
    <p:bg>
      <p:bgPr>
        <a:solidFill>
          <a:srgbClr val="FFFFFF"/>
        </a:solidFill>
        <a:effectLst/>
      </p:bgPr>
    </p:bg>
    <p:spTree>
      <p:nvGrpSpPr>
        <p:cNvPr id="1" name=""/>
        <p:cNvGrpSpPr/>
        <p:nvPr/>
      </p:nvGrpSpPr>
      <p:grpSpPr>
        <a:xfrm>
          <a:off x="0" y="0"/>
          <a:ext cx="0" cy="0"/>
          <a:chOff x="0" y="0"/>
          <a:chExt cx="0" cy="0"/>
        </a:xfrm>
      </p:grpSpPr>
      <p:pic>
        <p:nvPicPr>
          <p:cNvPr id="2" name="Picture 1" descr="A purple circle in the dark&#10;&#10;Description automatically generated">
            <a:extLst>
              <a:ext uri="{FF2B5EF4-FFF2-40B4-BE49-F238E27FC236}">
                <a16:creationId xmlns:a16="http://schemas.microsoft.com/office/drawing/2014/main" id="{3CBEDED0-2F8D-60CB-73EC-D8A926F1B190}"/>
              </a:ext>
            </a:extLst>
          </p:cNvPr>
          <p:cNvPicPr>
            <a:picLocks noChangeAspect="1"/>
          </p:cNvPicPr>
          <p:nvPr userDrawn="1"/>
        </p:nvPicPr>
        <p:blipFill rotWithShape="1">
          <a:blip r:embed="rId2" cstate="print">
            <a:alphaModFix amt="62000"/>
            <a:extLst>
              <a:ext uri="{28A0092B-C50C-407E-A947-70E740481C1C}">
                <a14:useLocalDpi xmlns:a14="http://schemas.microsoft.com/office/drawing/2010/main"/>
              </a:ext>
            </a:extLst>
          </a:blip>
          <a:srcRect t="51535" b="4494"/>
          <a:stretch/>
        </p:blipFill>
        <p:spPr>
          <a:xfrm>
            <a:off x="-539045" y="807238"/>
            <a:ext cx="7730955" cy="6050762"/>
          </a:xfrm>
          <a:prstGeom prst="rect">
            <a:avLst/>
          </a:prstGeom>
        </p:spPr>
      </p:pic>
      <p:sp>
        <p:nvSpPr>
          <p:cNvPr id="3" name="Slide Number Placeholder 5">
            <a:extLst>
              <a:ext uri="{FF2B5EF4-FFF2-40B4-BE49-F238E27FC236}">
                <a16:creationId xmlns:a16="http://schemas.microsoft.com/office/drawing/2014/main" id="{D451A2C5-1E75-8EE3-22E6-59C938C37DB8}"/>
              </a:ext>
            </a:extLst>
          </p:cNvPr>
          <p:cNvSpPr>
            <a:spLocks noGrp="1"/>
          </p:cNvSpPr>
          <p:nvPr>
            <p:ph type="sldNum" sz="quarter" idx="4"/>
          </p:nvPr>
        </p:nvSpPr>
        <p:spPr>
          <a:xfrm>
            <a:off x="607809" y="6311900"/>
            <a:ext cx="399288"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fld id="{B1356FBF-028C-F74E-A7B4-9B8ED246DD1B}" type="slidenum">
              <a:rPr lang="en-US" smtClean="0"/>
              <a:pPr/>
              <a:t>‹#›</a:t>
            </a:fld>
            <a:endParaRPr lang="en-US"/>
          </a:p>
        </p:txBody>
      </p:sp>
      <p:sp>
        <p:nvSpPr>
          <p:cNvPr id="4" name="Footer Placeholder 9">
            <a:extLst>
              <a:ext uri="{FF2B5EF4-FFF2-40B4-BE49-F238E27FC236}">
                <a16:creationId xmlns:a16="http://schemas.microsoft.com/office/drawing/2014/main" id="{7C14C3DD-159F-0E37-FA23-5C89134B7DDF}"/>
              </a:ext>
            </a:extLst>
          </p:cNvPr>
          <p:cNvSpPr>
            <a:spLocks noGrp="1"/>
          </p:cNvSpPr>
          <p:nvPr>
            <p:ph type="ftr" sz="quarter" idx="3"/>
          </p:nvPr>
        </p:nvSpPr>
        <p:spPr>
          <a:xfrm>
            <a:off x="1007097" y="6311900"/>
            <a:ext cx="2078736"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r>
              <a:rPr lang="en-US"/>
              <a:t>Microsoft Purview</a:t>
            </a:r>
          </a:p>
        </p:txBody>
      </p:sp>
    </p:spTree>
    <p:extLst>
      <p:ext uri="{BB962C8B-B14F-4D97-AF65-F5344CB8AC3E}">
        <p14:creationId xmlns:p14="http://schemas.microsoft.com/office/powerpoint/2010/main" val="11182440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hank you slide_logo v1">
    <p:bg>
      <p:bgPr>
        <a:solidFill>
          <a:srgbClr val="FFFFFF"/>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B01B2829-96EF-EDD4-F5DC-8F6DFAFBCAD3}"/>
              </a:ext>
            </a:extLst>
          </p:cNvPr>
          <p:cNvSpPr>
            <a:spLocks noGrp="1"/>
          </p:cNvSpPr>
          <p:nvPr>
            <p:ph type="title" hasCustomPrompt="1"/>
          </p:nvPr>
        </p:nvSpPr>
        <p:spPr>
          <a:xfrm>
            <a:off x="607810" y="3423718"/>
            <a:ext cx="3252990" cy="527045"/>
          </a:xfrm>
        </p:spPr>
        <p:txBody>
          <a:bodyPr>
            <a:noAutofit/>
          </a:bodyPr>
          <a:lstStyle>
            <a:lvl1pPr algn="l">
              <a:defRPr sz="3600" b="0" i="0">
                <a:gradFill flip="none" rotWithShape="1">
                  <a:gsLst>
                    <a:gs pos="0">
                      <a:srgbClr val="49C5B1"/>
                    </a:gs>
                    <a:gs pos="82000">
                      <a:srgbClr val="8551C5"/>
                    </a:gs>
                  </a:gsLst>
                  <a:lin ang="10800000" scaled="1"/>
                  <a:tileRect/>
                </a:gradFill>
                <a:latin typeface="Segoe Sans Display" pitchFamily="2" charset="0"/>
                <a:cs typeface="Segoe Sans Display" pitchFamily="2" charset="0"/>
              </a:defRPr>
            </a:lvl1pPr>
          </a:lstStyle>
          <a:p>
            <a:r>
              <a:rPr lang="en-US"/>
              <a:t>Thank you</a:t>
            </a:r>
          </a:p>
        </p:txBody>
      </p:sp>
      <p:pic>
        <p:nvPicPr>
          <p:cNvPr id="2" name="Picture 4">
            <a:extLst>
              <a:ext uri="{FF2B5EF4-FFF2-40B4-BE49-F238E27FC236}">
                <a16:creationId xmlns:a16="http://schemas.microsoft.com/office/drawing/2014/main" id="{9CDA471C-44FF-1A4B-B9F4-35DBB6FB41A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 r="-3390"/>
          <a:stretch/>
        </p:blipFill>
        <p:spPr>
          <a:xfrm>
            <a:off x="594808" y="293628"/>
            <a:ext cx="1566909" cy="544002"/>
          </a:xfrm>
          <a:prstGeom prst="rect">
            <a:avLst/>
          </a:prstGeom>
        </p:spPr>
      </p:pic>
      <p:pic>
        <p:nvPicPr>
          <p:cNvPr id="3" name="Picture 2" descr="A purple circle in the dark&#10;&#10;Description automatically generated">
            <a:extLst>
              <a:ext uri="{FF2B5EF4-FFF2-40B4-BE49-F238E27FC236}">
                <a16:creationId xmlns:a16="http://schemas.microsoft.com/office/drawing/2014/main" id="{4306B846-38BE-5723-8ACE-4C505C4C996B}"/>
              </a:ext>
            </a:extLst>
          </p:cNvPr>
          <p:cNvPicPr>
            <a:picLocks noChangeAspect="1"/>
          </p:cNvPicPr>
          <p:nvPr userDrawn="1"/>
        </p:nvPicPr>
        <p:blipFill rotWithShape="1">
          <a:blip r:embed="rId3" cstate="print">
            <a:alphaModFix amt="62000"/>
            <a:extLst>
              <a:ext uri="{28A0092B-C50C-407E-A947-70E740481C1C}">
                <a14:useLocalDpi xmlns:a14="http://schemas.microsoft.com/office/drawing/2010/main"/>
              </a:ext>
            </a:extLst>
          </a:blip>
          <a:srcRect t="51535" b="4494"/>
          <a:stretch/>
        </p:blipFill>
        <p:spPr>
          <a:xfrm>
            <a:off x="-539045" y="807238"/>
            <a:ext cx="7730955" cy="6050762"/>
          </a:xfrm>
          <a:prstGeom prst="rect">
            <a:avLst/>
          </a:prstGeom>
        </p:spPr>
      </p:pic>
    </p:spTree>
    <p:extLst>
      <p:ext uri="{BB962C8B-B14F-4D97-AF65-F5344CB8AC3E}">
        <p14:creationId xmlns:p14="http://schemas.microsoft.com/office/powerpoint/2010/main" val="227854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a:off x="6520543" y="0"/>
            <a:ext cx="5671457" cy="3193277"/>
          </a:xfrm>
          <a:prstGeom prst="rect">
            <a:avLst/>
          </a:prstGeom>
        </p:spPr>
      </p:pic>
    </p:spTree>
    <p:extLst>
      <p:ext uri="{BB962C8B-B14F-4D97-AF65-F5344CB8AC3E}">
        <p14:creationId xmlns:p14="http://schemas.microsoft.com/office/powerpoint/2010/main" val="1015488541"/>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2846351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292087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aphic">
    <p:spTree>
      <p:nvGrpSpPr>
        <p:cNvPr id="1" name=""/>
        <p:cNvGrpSpPr/>
        <p:nvPr/>
      </p:nvGrpSpPr>
      <p:grpSpPr>
        <a:xfrm>
          <a:off x="0" y="0"/>
          <a:ext cx="0" cy="0"/>
          <a:chOff x="0" y="0"/>
          <a:chExt cx="0" cy="0"/>
        </a:xfrm>
      </p:grpSpPr>
      <p:pic>
        <p:nvPicPr>
          <p:cNvPr id="4" name="Picture 3" descr="A picture containing bird, parrot&#10;&#10;Description automatically generated">
            <a:extLst>
              <a:ext uri="{FF2B5EF4-FFF2-40B4-BE49-F238E27FC236}">
                <a16:creationId xmlns:a16="http://schemas.microsoft.com/office/drawing/2014/main" id="{B6C67116-D23B-FFB4-4BF9-4EBB603DB725}"/>
              </a:ext>
            </a:extLst>
          </p:cNvPr>
          <p:cNvPicPr>
            <a:picLocks noChangeAspect="1"/>
          </p:cNvPicPr>
          <p:nvPr userDrawn="1"/>
        </p:nvPicPr>
        <p:blipFill rotWithShape="1">
          <a:blip r:embed="rId2" cstate="print">
            <a:alphaModFix amt="51000"/>
            <a:extLst>
              <a:ext uri="{28A0092B-C50C-407E-A947-70E740481C1C}">
                <a14:useLocalDpi xmlns:a14="http://schemas.microsoft.com/office/drawing/2010/main"/>
              </a:ext>
            </a:extLst>
          </a:blip>
          <a:srcRect b="-953"/>
          <a:stretch/>
        </p:blipFill>
        <p:spPr>
          <a:xfrm rot="1200000" flipH="1">
            <a:off x="7572751" y="-710028"/>
            <a:ext cx="5701622" cy="2963787"/>
          </a:xfrm>
          <a:prstGeom prst="rect">
            <a:avLst/>
          </a:prstGeom>
        </p:spPr>
      </p:pic>
    </p:spTree>
    <p:extLst>
      <p:ext uri="{BB962C8B-B14F-4D97-AF65-F5344CB8AC3E}">
        <p14:creationId xmlns:p14="http://schemas.microsoft.com/office/powerpoint/2010/main" val="207882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Tree>
    <p:extLst>
      <p:ext uri="{BB962C8B-B14F-4D97-AF65-F5344CB8AC3E}">
        <p14:creationId xmlns:p14="http://schemas.microsoft.com/office/powerpoint/2010/main" val="4112738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a:off x="0" y="0"/>
            <a:ext cx="12192000" cy="6864626"/>
          </a:xfrm>
          <a:prstGeom prst="rect">
            <a:avLst/>
          </a:prstGeom>
        </p:spPr>
      </p:pic>
    </p:spTree>
    <p:extLst>
      <p:ext uri="{BB962C8B-B14F-4D97-AF65-F5344CB8AC3E}">
        <p14:creationId xmlns:p14="http://schemas.microsoft.com/office/powerpoint/2010/main" val="3601852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b="-2555"/>
          <a:stretch/>
        </p:blipFill>
        <p:spPr>
          <a:xfrm>
            <a:off x="7472516" y="0"/>
            <a:ext cx="4719484" cy="6312924"/>
          </a:xfrm>
          <a:prstGeom prst="rect">
            <a:avLst/>
          </a:prstGeom>
        </p:spPr>
      </p:pic>
    </p:spTree>
    <p:extLst>
      <p:ext uri="{BB962C8B-B14F-4D97-AF65-F5344CB8AC3E}">
        <p14:creationId xmlns:p14="http://schemas.microsoft.com/office/powerpoint/2010/main" val="1489528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a:ext>
            </a:extLst>
          </a:blip>
          <a:srcRect t="-25484"/>
          <a:stretch/>
        </p:blipFill>
        <p:spPr>
          <a:xfrm>
            <a:off x="0" y="2473263"/>
            <a:ext cx="4316896" cy="4384737"/>
          </a:xfrm>
          <a:prstGeom prst="rect">
            <a:avLst/>
          </a:prstGeom>
        </p:spPr>
      </p:pic>
    </p:spTree>
    <p:extLst>
      <p:ext uri="{BB962C8B-B14F-4D97-AF65-F5344CB8AC3E}">
        <p14:creationId xmlns:p14="http://schemas.microsoft.com/office/powerpoint/2010/main" val="2034760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6586" b="-20295"/>
          <a:stretch/>
        </p:blipFill>
        <p:spPr>
          <a:xfrm>
            <a:off x="0" y="0"/>
            <a:ext cx="2840019" cy="5862918"/>
          </a:xfrm>
          <a:prstGeom prst="rect">
            <a:avLst/>
          </a:prstGeom>
        </p:spPr>
      </p:pic>
    </p:spTree>
    <p:extLst>
      <p:ext uri="{BB962C8B-B14F-4D97-AF65-F5344CB8AC3E}">
        <p14:creationId xmlns:p14="http://schemas.microsoft.com/office/powerpoint/2010/main" val="857217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a:off x="0" y="0"/>
            <a:ext cx="2840019" cy="5862918"/>
          </a:xfrm>
          <a:prstGeom prst="rect">
            <a:avLst/>
          </a:prstGeom>
        </p:spPr>
      </p:pic>
    </p:spTree>
    <p:extLst>
      <p:ext uri="{BB962C8B-B14F-4D97-AF65-F5344CB8AC3E}">
        <p14:creationId xmlns:p14="http://schemas.microsoft.com/office/powerpoint/2010/main" val="1625376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flipH="1">
            <a:off x="9351981" y="0"/>
            <a:ext cx="2840019" cy="5862918"/>
          </a:xfrm>
          <a:prstGeom prst="rect">
            <a:avLst/>
          </a:prstGeom>
        </p:spPr>
      </p:pic>
    </p:spTree>
    <p:extLst>
      <p:ext uri="{BB962C8B-B14F-4D97-AF65-F5344CB8AC3E}">
        <p14:creationId xmlns:p14="http://schemas.microsoft.com/office/powerpoint/2010/main" val="2217033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flipH="1">
            <a:off x="0" y="0"/>
            <a:ext cx="5671457" cy="3193277"/>
          </a:xfrm>
          <a:prstGeom prst="rect">
            <a:avLst/>
          </a:prstGeom>
        </p:spPr>
      </p:pic>
    </p:spTree>
    <p:extLst>
      <p:ext uri="{BB962C8B-B14F-4D97-AF65-F5344CB8AC3E}">
        <p14:creationId xmlns:p14="http://schemas.microsoft.com/office/powerpoint/2010/main" val="1131605559"/>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mp;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4">
            <a:extLst>
              <a:ext uri="{FF2B5EF4-FFF2-40B4-BE49-F238E27FC236}">
                <a16:creationId xmlns:a16="http://schemas.microsoft.com/office/drawing/2014/main" id="{1C1D4F9E-3D5B-5D64-BA24-7989A46F1AF1}"/>
              </a:ext>
            </a:extLst>
          </p:cNvPr>
          <p:cNvSpPr>
            <a:spLocks noGrp="1"/>
          </p:cNvSpPr>
          <p:nvPr>
            <p:ph type="ftr" sz="quarter" idx="11"/>
          </p:nvPr>
        </p:nvSpPr>
        <p:spPr/>
        <p:txBody>
          <a:bodyPr/>
          <a:lstStyle>
            <a:lvl1pPr>
              <a:defRPr/>
            </a:lvl1pPr>
          </a:lstStyle>
          <a:p>
            <a:pPr>
              <a:defRPr/>
            </a:pPr>
            <a:r>
              <a:rPr lang="en-IN"/>
              <a:t>Microsoft Confidential–Internal Only</a:t>
            </a:r>
          </a:p>
        </p:txBody>
      </p:sp>
      <p:sp>
        <p:nvSpPr>
          <p:cNvPr id="3" name="Slide Number Placeholder 5">
            <a:extLst>
              <a:ext uri="{FF2B5EF4-FFF2-40B4-BE49-F238E27FC236}">
                <a16:creationId xmlns:a16="http://schemas.microsoft.com/office/drawing/2014/main" id="{813CC769-9046-D715-EE31-D61D965914B0}"/>
              </a:ext>
            </a:extLst>
          </p:cNvPr>
          <p:cNvSpPr>
            <a:spLocks noGrp="1"/>
          </p:cNvSpPr>
          <p:nvPr>
            <p:ph type="sldNum" sz="quarter" idx="12"/>
          </p:nvPr>
        </p:nvSpPr>
        <p:spPr/>
        <p:txBody>
          <a:bodyPr/>
          <a:lstStyle>
            <a:lvl1pPr>
              <a:defRPr/>
            </a:lvl1pPr>
          </a:lstStyle>
          <a:p>
            <a:pPr>
              <a:defRPr/>
            </a:pPr>
            <a:fld id="{2FF8131C-5610-8B47-A47C-619DDB744FE1}" type="slidenum">
              <a:rPr lang="en-IN"/>
              <a:pPr>
                <a:defRPr/>
              </a:pPr>
              <a:t>‹#›</a:t>
            </a:fld>
            <a:endParaRPr lang="en-IN"/>
          </a:p>
        </p:txBody>
      </p:sp>
      <p:pic>
        <p:nvPicPr>
          <p:cNvPr id="5" name="Picture 4" descr="A close up of a jellyfish&#10;&#10;Description automatically generated with low confidence">
            <a:extLst>
              <a:ext uri="{FF2B5EF4-FFF2-40B4-BE49-F238E27FC236}">
                <a16:creationId xmlns:a16="http://schemas.microsoft.com/office/drawing/2014/main" id="{7243609A-36AD-717F-E0B4-594D21A9C3C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372054670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Heading Segoe UI </a:t>
            </a:r>
            <a:r>
              <a:rPr lang="en-US" dirty="0" err="1"/>
              <a:t>Semibold</a:t>
            </a:r>
            <a:r>
              <a:rPr lang="en-US" dirty="0"/>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4"/>
            <a:ext cx="11306469"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74963"/>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br>
              <a:rPr lang="en-US" dirty="0"/>
            </a:br>
            <a:endParaRPr lang="en-US" dirty="0"/>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dirty="0"/>
              <a:t>Bulleted list Segoe UI Regular 20/24. Dis </a:t>
            </a:r>
            <a:r>
              <a:rPr lang="en-US" dirty="0" err="1"/>
              <a:t>apid</a:t>
            </a:r>
            <a:r>
              <a:rPr lang="en-US" dirty="0"/>
              <a:t> es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vit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endParaRPr lang="en-US" dirty="0"/>
          </a:p>
          <a:p>
            <a:pPr lvl="0"/>
            <a:endParaRPr lang="en-US" dirty="0"/>
          </a:p>
          <a:p>
            <a:pPr lvl="0"/>
            <a:endParaRPr lang="en-US" dirty="0"/>
          </a:p>
          <a:p>
            <a:pPr lvl="0"/>
            <a:endParaRPr lang="en-US" dirty="0"/>
          </a:p>
        </p:txBody>
      </p:sp>
    </p:spTree>
    <p:extLst>
      <p:ext uri="{BB962C8B-B14F-4D97-AF65-F5344CB8AC3E}">
        <p14:creationId xmlns:p14="http://schemas.microsoft.com/office/powerpoint/2010/main" val="229099655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2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C8382A5-B5EC-BD6F-0FDE-9FD2C26B5992}"/>
              </a:ext>
            </a:extLst>
          </p:cNvPr>
          <p:cNvGrpSpPr/>
          <p:nvPr userDrawn="1"/>
        </p:nvGrpSpPr>
        <p:grpSpPr>
          <a:xfrm>
            <a:off x="0" y="0"/>
            <a:ext cx="12192000" cy="6858000"/>
            <a:chOff x="0" y="0"/>
            <a:chExt cx="12192000" cy="6858000"/>
          </a:xfrm>
        </p:grpSpPr>
        <p:pic>
          <p:nvPicPr>
            <p:cNvPr id="4" name="Picture 3" descr="A blue and pink background&#10;&#10;Description automatically generated">
              <a:extLst>
                <a:ext uri="{FF2B5EF4-FFF2-40B4-BE49-F238E27FC236}">
                  <a16:creationId xmlns:a16="http://schemas.microsoft.com/office/drawing/2014/main" id="{5577440D-7788-84BF-5756-ED6D319F1BE9}"/>
                </a:ext>
              </a:extLst>
            </p:cNvPr>
            <p:cNvPicPr>
              <a:picLocks noChangeAspect="1"/>
            </p:cNvPicPr>
            <p:nvPr/>
          </p:nvPicPr>
          <p:blipFill>
            <a:blip r:embed="rId2">
              <a:alphaModFix amt="46000"/>
              <a:extLst>
                <a:ext uri="{BEBA8EAE-BF5A-486C-A8C5-ECC9F3942E4B}">
                  <a14:imgProps xmlns:a14="http://schemas.microsoft.com/office/drawing/2010/main">
                    <a14:imgLayer r:embed="rId3">
                      <a14:imgEffect>
                        <a14:sharpenSoften amount="-50000"/>
                      </a14:imgEffect>
                      <a14:imgEffect>
                        <a14:colorTemperature colorTemp="6400"/>
                      </a14:imgEffect>
                      <a14:imgEffect>
                        <a14:saturation sat="99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1C6150FD-F986-90DA-1F16-0CBE035F98AA}"/>
                </a:ext>
              </a:extLst>
            </p:cNvPr>
            <p:cNvSpPr/>
            <p:nvPr/>
          </p:nvSpPr>
          <p:spPr bwMode="auto">
            <a:xfrm>
              <a:off x="0" y="0"/>
              <a:ext cx="12192000" cy="6858000"/>
            </a:xfrm>
            <a:prstGeom prst="rect">
              <a:avLst/>
            </a:prstGeom>
            <a:gradFill flip="none" rotWithShape="1">
              <a:gsLst>
                <a:gs pos="100000">
                  <a:schemeClr val="bg1">
                    <a:alpha val="21000"/>
                  </a:schemeClr>
                </a:gs>
                <a:gs pos="81000">
                  <a:schemeClr val="bg1">
                    <a:alpha val="69000"/>
                  </a:schemeClr>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7816521"/>
      </p:ext>
    </p:extLst>
  </p:cSld>
  <p:clrMapOvr>
    <a:masterClrMapping/>
  </p:clrMapOvr>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DF9"/>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99B5728-1D33-9E0D-152D-CDDC5FCE9D1C}"/>
              </a:ext>
            </a:extLst>
          </p:cNvPr>
          <p:cNvGraphicFramePr>
            <a:graphicFrameLocks noChangeAspect="1"/>
          </p:cNvGraphicFramePr>
          <p:nvPr userDrawn="1">
            <p:custDataLst>
              <p:tags r:id="rId22"/>
            </p:custDataLst>
            <p:extLst>
              <p:ext uri="{D42A27DB-BD31-4B8C-83A1-F6EECF244321}">
                <p14:modId xmlns:p14="http://schemas.microsoft.com/office/powerpoint/2010/main" val="1329639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532" imgH="533" progId="TCLayout.ActiveDocument.1">
                  <p:embed/>
                </p:oleObj>
              </mc:Choice>
              <mc:Fallback>
                <p:oleObj name="think-cell Slide" r:id="rId23" imgW="532" imgH="533" progId="TCLayout.ActiveDocument.1">
                  <p:embed/>
                  <p:pic>
                    <p:nvPicPr>
                      <p:cNvPr id="4" name="think-cell data - do not delete" hidden="1">
                        <a:extLst>
                          <a:ext uri="{FF2B5EF4-FFF2-40B4-BE49-F238E27FC236}">
                            <a16:creationId xmlns:a16="http://schemas.microsoft.com/office/drawing/2014/main" id="{999B5728-1D33-9E0D-152D-CDDC5FCE9D1C}"/>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C50E9EE7-FB3C-7D1F-A2DB-596E0938886E}"/>
              </a:ext>
            </a:extLst>
          </p:cNvPr>
          <p:cNvSpPr>
            <a:spLocks noGrp="1"/>
          </p:cNvSpPr>
          <p:nvPr>
            <p:ph type="title"/>
          </p:nvPr>
        </p:nvSpPr>
        <p:spPr>
          <a:xfrm>
            <a:off x="581025" y="365125"/>
            <a:ext cx="11029949" cy="828675"/>
          </a:xfrm>
          <a:prstGeom prst="rect">
            <a:avLst/>
          </a:prstGeom>
        </p:spPr>
        <p:txBody>
          <a:bodyPr vert="horz" lIns="0" tIns="0" rIns="0" bIns="0" rtlCol="0" anchor="ctr">
            <a:normAutofit/>
          </a:bodyPr>
          <a:lstStyle/>
          <a:p>
            <a:r>
              <a:rPr lang="en-US"/>
              <a:t>Title Slides</a:t>
            </a:r>
          </a:p>
        </p:txBody>
      </p:sp>
      <p:sp>
        <p:nvSpPr>
          <p:cNvPr id="6" name="Slide Number Placeholder 5">
            <a:extLst>
              <a:ext uri="{FF2B5EF4-FFF2-40B4-BE49-F238E27FC236}">
                <a16:creationId xmlns:a16="http://schemas.microsoft.com/office/drawing/2014/main" id="{6127FA82-318A-3A34-2934-24B034B5805F}"/>
              </a:ext>
            </a:extLst>
          </p:cNvPr>
          <p:cNvSpPr>
            <a:spLocks noGrp="1"/>
          </p:cNvSpPr>
          <p:nvPr>
            <p:ph type="sldNum" sz="quarter" idx="4"/>
          </p:nvPr>
        </p:nvSpPr>
        <p:spPr>
          <a:xfrm>
            <a:off x="612571" y="6309519"/>
            <a:ext cx="399288"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fld id="{B1356FBF-028C-F74E-A7B4-9B8ED246DD1B}" type="slidenum">
              <a:rPr lang="en-US" smtClean="0"/>
              <a:pPr/>
              <a:t>‹#›</a:t>
            </a:fld>
            <a:endParaRPr lang="en-US"/>
          </a:p>
        </p:txBody>
      </p:sp>
      <p:sp>
        <p:nvSpPr>
          <p:cNvPr id="10" name="Footer Placeholder 9">
            <a:extLst>
              <a:ext uri="{FF2B5EF4-FFF2-40B4-BE49-F238E27FC236}">
                <a16:creationId xmlns:a16="http://schemas.microsoft.com/office/drawing/2014/main" id="{8E92EE12-E16C-066A-7EFA-7E3A5BF6D573}"/>
              </a:ext>
            </a:extLst>
          </p:cNvPr>
          <p:cNvSpPr>
            <a:spLocks noGrp="1"/>
          </p:cNvSpPr>
          <p:nvPr>
            <p:ph type="ftr" sz="quarter" idx="3"/>
          </p:nvPr>
        </p:nvSpPr>
        <p:spPr>
          <a:xfrm>
            <a:off x="1011859" y="6309519"/>
            <a:ext cx="2078736"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r>
              <a:rPr lang="en-US"/>
              <a:t>Microsoft Purview</a:t>
            </a:r>
          </a:p>
        </p:txBody>
      </p:sp>
      <p:sp>
        <p:nvSpPr>
          <p:cNvPr id="8" name="TextBox 7">
            <a:extLst>
              <a:ext uri="{FF2B5EF4-FFF2-40B4-BE49-F238E27FC236}">
                <a16:creationId xmlns:a16="http://schemas.microsoft.com/office/drawing/2014/main" id="{D160E398-2D0F-4954-1796-3B6310DECA0C}"/>
              </a:ext>
            </a:extLst>
          </p:cNvPr>
          <p:cNvSpPr txBox="1"/>
          <p:nvPr userDrawn="1"/>
        </p:nvSpPr>
        <p:spPr>
          <a:xfrm>
            <a:off x="10445303" y="6383710"/>
            <a:ext cx="1746697" cy="307777"/>
          </a:xfrm>
          <a:prstGeom prst="rect">
            <a:avLst/>
          </a:prstGeom>
          <a:noFill/>
        </p:spPr>
        <p:txBody>
          <a:bodyPr wrap="none" rtlCol="0">
            <a:spAutoFit/>
          </a:bodyPr>
          <a:lstStyle/>
          <a:p>
            <a:r>
              <a:rPr lang="en-US" sz="1400" b="1" i="0">
                <a:solidFill>
                  <a:srgbClr val="666666"/>
                </a:solidFill>
                <a:latin typeface="Segoe Sans Display" pitchFamily="2" charset="0"/>
                <a:cs typeface="Segoe Sans Display" pitchFamily="2" charset="0"/>
              </a:rPr>
              <a:t>Microsoft Purview</a:t>
            </a:r>
          </a:p>
        </p:txBody>
      </p:sp>
    </p:spTree>
    <p:extLst>
      <p:ext uri="{BB962C8B-B14F-4D97-AF65-F5344CB8AC3E}">
        <p14:creationId xmlns:p14="http://schemas.microsoft.com/office/powerpoint/2010/main" val="2167567657"/>
      </p:ext>
    </p:extLst>
  </p:cSld>
  <p:clrMap bg1="lt1" tx1="dk1" bg2="lt2" tx2="dk2" accent1="accent1" accent2="accent2" accent3="accent3" accent4="accent4" accent5="accent5" accent6="accent6" hlink="hlink" folHlink="folHlink"/>
  <p:sldLayoutIdLst>
    <p:sldLayoutId id="2147484815" r:id="rId1"/>
    <p:sldLayoutId id="2147484688" r:id="rId2"/>
    <p:sldLayoutId id="2147484701" r:id="rId3"/>
    <p:sldLayoutId id="2147484718" r:id="rId4"/>
    <p:sldLayoutId id="2147484756" r:id="rId5"/>
    <p:sldLayoutId id="2147484803" r:id="rId6"/>
    <p:sldLayoutId id="2147484804" r:id="rId7"/>
    <p:sldLayoutId id="2147484805" r:id="rId8"/>
    <p:sldLayoutId id="2147484806" r:id="rId9"/>
    <p:sldLayoutId id="2147484807" r:id="rId10"/>
    <p:sldLayoutId id="2147484808" r:id="rId11"/>
    <p:sldLayoutId id="2147484809" r:id="rId12"/>
    <p:sldLayoutId id="2147484810" r:id="rId13"/>
    <p:sldLayoutId id="2147484811" r:id="rId14"/>
    <p:sldLayoutId id="2147484812" r:id="rId15"/>
    <p:sldLayoutId id="2147484813" r:id="rId16"/>
    <p:sldLayoutId id="2147484814" r:id="rId17"/>
    <p:sldLayoutId id="2147484816" r:id="rId18"/>
    <p:sldLayoutId id="2147484817" r:id="rId19"/>
    <p:sldLayoutId id="2147484818" r:id="rId20"/>
  </p:sldLayoutIdLst>
  <p:hf hdr="0" dt="0"/>
  <p:txStyles>
    <p:title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9">
          <p15:clr>
            <a:srgbClr val="F26B43"/>
          </p15:clr>
        </p15:guide>
        <p15:guide id="2" pos="366">
          <p15:clr>
            <a:srgbClr val="F26B43"/>
          </p15:clr>
        </p15:guide>
        <p15:guide id="4" pos="7314">
          <p15:clr>
            <a:srgbClr val="F26B43"/>
          </p15:clr>
        </p15:guide>
        <p15:guide id="5" orient="horz" pos="576">
          <p15:clr>
            <a:srgbClr val="F26B43"/>
          </p15:clr>
        </p15:guide>
        <p15:guide id="6" orient="horz" pos="760">
          <p15:clr>
            <a:srgbClr val="F26B43"/>
          </p15:clr>
        </p15:guide>
        <p15:guide id="7" orient="horz" pos="1070">
          <p15:clr>
            <a:srgbClr val="F26B43"/>
          </p15:clr>
        </p15:guide>
        <p15:guide id="8" orient="horz" pos="3973">
          <p15:clr>
            <a:srgbClr val="F26B43"/>
          </p15:clr>
        </p15:guide>
        <p15:guide id="9" pos="1968">
          <p15:clr>
            <a:srgbClr val="A4A3A4"/>
          </p15:clr>
        </p15:guide>
        <p15:guide id="10" pos="2148">
          <p15:clr>
            <a:srgbClr val="A4A3A4"/>
          </p15:clr>
        </p15:guide>
        <p15:guide id="11" pos="3750">
          <p15:clr>
            <a:srgbClr val="A4A3A4"/>
          </p15:clr>
        </p15:guide>
        <p15:guide id="12" pos="3930">
          <p15:clr>
            <a:srgbClr val="A4A3A4"/>
          </p15:clr>
        </p15:guide>
        <p15:guide id="13" pos="5532">
          <p15:clr>
            <a:srgbClr val="A4A3A4"/>
          </p15:clr>
        </p15:guide>
        <p15:guide id="14" pos="5712">
          <p15:clr>
            <a:srgbClr val="A4A3A4"/>
          </p15:clr>
        </p15:guide>
        <p15:guide id="15" pos="7496">
          <p15:clr>
            <a:srgbClr val="A4A3A4"/>
          </p15:clr>
        </p15:guide>
        <p15:guide id="16" pos="186">
          <p15:clr>
            <a:srgbClr val="A4A3A4"/>
          </p15:clr>
        </p15:guide>
        <p15:guide id="17" pos="780">
          <p15:clr>
            <a:srgbClr val="A4A3A4"/>
          </p15:clr>
        </p15:guide>
        <p15:guide id="18" pos="957">
          <p15:clr>
            <a:srgbClr val="A4A3A4"/>
          </p15:clr>
        </p15:guide>
        <p15:guide id="19" pos="1374">
          <p15:clr>
            <a:srgbClr val="A4A3A4"/>
          </p15:clr>
        </p15:guide>
        <p15:guide id="20" pos="1554">
          <p15:clr>
            <a:srgbClr val="A4A3A4"/>
          </p15:clr>
        </p15:guide>
        <p15:guide id="21" pos="2562">
          <p15:clr>
            <a:srgbClr val="A4A3A4"/>
          </p15:clr>
        </p15:guide>
        <p15:guide id="22" pos="2739">
          <p15:clr>
            <a:srgbClr val="A4A3A4"/>
          </p15:clr>
        </p15:guide>
        <p15:guide id="23" pos="3156">
          <p15:clr>
            <a:srgbClr val="A4A3A4"/>
          </p15:clr>
        </p15:guide>
        <p15:guide id="24" pos="3336">
          <p15:clr>
            <a:srgbClr val="A4A3A4"/>
          </p15:clr>
        </p15:guide>
        <p15:guide id="25" pos="4344">
          <p15:clr>
            <a:srgbClr val="A4A3A4"/>
          </p15:clr>
        </p15:guide>
        <p15:guide id="26" pos="4526">
          <p15:clr>
            <a:srgbClr val="A4A3A4"/>
          </p15:clr>
        </p15:guide>
        <p15:guide id="27" pos="4938">
          <p15:clr>
            <a:srgbClr val="A4A3A4"/>
          </p15:clr>
        </p15:guide>
        <p15:guide id="28" pos="5120">
          <p15:clr>
            <a:srgbClr val="A4A3A4"/>
          </p15:clr>
        </p15:guide>
        <p15:guide id="29" pos="6126">
          <p15:clr>
            <a:srgbClr val="A4A3A4"/>
          </p15:clr>
        </p15:guide>
        <p15:guide id="30" pos="6308">
          <p15:clr>
            <a:srgbClr val="A4A3A4"/>
          </p15:clr>
        </p15:guide>
        <p15:guide id="31" pos="6720">
          <p15:clr>
            <a:srgbClr val="A4A3A4"/>
          </p15:clr>
        </p15:guide>
        <p15:guide id="32" pos="6902">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en-us/pricing/details/microsoft-copilot-for-security/" TargetMode="External"/><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40CB8A5C-7978-D6DF-6BCB-6AA6077897C3}"/>
              </a:ext>
            </a:extLst>
          </p:cNvPr>
          <p:cNvSpPr>
            <a:spLocks noGrp="1"/>
          </p:cNvSpPr>
          <p:nvPr>
            <p:ph type="title" idx="4294967295"/>
          </p:nvPr>
        </p:nvSpPr>
        <p:spPr>
          <a:xfrm>
            <a:off x="6620523" y="1711795"/>
            <a:ext cx="5214125" cy="2032000"/>
          </a:xfrm>
        </p:spPr>
        <p:txBody>
          <a:bodyPr>
            <a:normAutofit fontScale="90000"/>
          </a:bodyPr>
          <a:lstStyle/>
          <a:p>
            <a:r>
              <a:rPr lang="en-GB" b="1" dirty="0"/>
              <a:t>Governance</a:t>
            </a:r>
            <a:r>
              <a:rPr lang="en-GB" dirty="0"/>
              <a:t> and Compliance with Microsoft Purview</a:t>
            </a:r>
            <a:br>
              <a:rPr lang="en-GB" dirty="0"/>
            </a:br>
            <a:br>
              <a:rPr lang="en-GB" dirty="0"/>
            </a:br>
            <a:r>
              <a:rPr lang="en-GB" dirty="0"/>
              <a:t>Pricing</a:t>
            </a:r>
            <a:endParaRPr lang="en-US" b="1" i="1" dirty="0"/>
          </a:p>
        </p:txBody>
      </p:sp>
      <p:sp>
        <p:nvSpPr>
          <p:cNvPr id="2" name="TextBox 1">
            <a:extLst>
              <a:ext uri="{FF2B5EF4-FFF2-40B4-BE49-F238E27FC236}">
                <a16:creationId xmlns:a16="http://schemas.microsoft.com/office/drawing/2014/main" id="{C0FE63F7-CA11-EE0D-34D2-1201EFE93977}"/>
              </a:ext>
            </a:extLst>
          </p:cNvPr>
          <p:cNvSpPr txBox="1"/>
          <p:nvPr/>
        </p:nvSpPr>
        <p:spPr>
          <a:xfrm>
            <a:off x="6510824" y="4254747"/>
            <a:ext cx="4169283" cy="923330"/>
          </a:xfrm>
          <a:prstGeom prst="rect">
            <a:avLst/>
          </a:prstGeom>
          <a:noFill/>
        </p:spPr>
        <p:txBody>
          <a:bodyPr wrap="none" rtlCol="0">
            <a:spAutoFit/>
          </a:bodyPr>
          <a:lstStyle/>
          <a:p>
            <a:r>
              <a:rPr lang="en-US" dirty="0"/>
              <a:t>Jan Cordtz, Snr. Cloud Solution Architect</a:t>
            </a:r>
          </a:p>
          <a:p>
            <a:r>
              <a:rPr lang="en-US" dirty="0"/>
              <a:t>Microsoft Denmark</a:t>
            </a:r>
          </a:p>
          <a:p>
            <a:endParaRPr lang="en-DK"/>
          </a:p>
        </p:txBody>
      </p:sp>
      <p:sp>
        <p:nvSpPr>
          <p:cNvPr id="3" name="TextBox 2">
            <a:extLst>
              <a:ext uri="{FF2B5EF4-FFF2-40B4-BE49-F238E27FC236}">
                <a16:creationId xmlns:a16="http://schemas.microsoft.com/office/drawing/2014/main" id="{59F8D2DC-C8B4-6322-2C43-B0CC81930541}"/>
              </a:ext>
            </a:extLst>
          </p:cNvPr>
          <p:cNvSpPr txBox="1"/>
          <p:nvPr/>
        </p:nvSpPr>
        <p:spPr>
          <a:xfrm>
            <a:off x="622852" y="2913935"/>
            <a:ext cx="4018472" cy="646331"/>
          </a:xfrm>
          <a:prstGeom prst="rect">
            <a:avLst/>
          </a:prstGeom>
          <a:noFill/>
        </p:spPr>
        <p:txBody>
          <a:bodyPr wrap="none" rtlCol="0">
            <a:spAutoFit/>
          </a:bodyPr>
          <a:lstStyle/>
          <a:p>
            <a:r>
              <a:rPr lang="en-GB" b="1" dirty="0">
                <a:solidFill>
                  <a:schemeClr val="bg1"/>
                </a:solidFill>
              </a:rPr>
              <a:t>If you think compliance is complicated,</a:t>
            </a:r>
            <a:br>
              <a:rPr lang="en-GB" b="1" dirty="0">
                <a:solidFill>
                  <a:schemeClr val="bg1"/>
                </a:solidFill>
              </a:rPr>
            </a:br>
            <a:r>
              <a:rPr lang="en-GB" b="1" dirty="0">
                <a:solidFill>
                  <a:schemeClr val="bg1"/>
                </a:solidFill>
              </a:rPr>
              <a:t>feel free to try incompliance!</a:t>
            </a:r>
            <a:endParaRPr lang="en-DK" b="1">
              <a:solidFill>
                <a:schemeClr val="bg1"/>
              </a:solidFill>
            </a:endParaRPr>
          </a:p>
        </p:txBody>
      </p:sp>
      <p:pic>
        <p:nvPicPr>
          <p:cNvPr id="4" name="Picture 3">
            <a:extLst>
              <a:ext uri="{FF2B5EF4-FFF2-40B4-BE49-F238E27FC236}">
                <a16:creationId xmlns:a16="http://schemas.microsoft.com/office/drawing/2014/main" id="{F8F21A6C-97B1-2888-CE88-F83D203B392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 r="-3390"/>
          <a:stretch/>
        </p:blipFill>
        <p:spPr>
          <a:xfrm>
            <a:off x="8595466" y="6211544"/>
            <a:ext cx="1566909" cy="544002"/>
          </a:xfrm>
          <a:prstGeom prst="rect">
            <a:avLst/>
          </a:prstGeom>
        </p:spPr>
      </p:pic>
      <p:cxnSp>
        <p:nvCxnSpPr>
          <p:cNvPr id="5" name="Straight Connector 4">
            <a:extLst>
              <a:ext uri="{FF2B5EF4-FFF2-40B4-BE49-F238E27FC236}">
                <a16:creationId xmlns:a16="http://schemas.microsoft.com/office/drawing/2014/main" id="{5215BF0C-A693-8110-B0D8-35654CBC84D2}"/>
              </a:ext>
            </a:extLst>
          </p:cNvPr>
          <p:cNvCxnSpPr/>
          <p:nvPr/>
        </p:nvCxnSpPr>
        <p:spPr>
          <a:xfrm>
            <a:off x="10299391" y="6292598"/>
            <a:ext cx="0" cy="452582"/>
          </a:xfrm>
          <a:prstGeom prst="line">
            <a:avLst/>
          </a:prstGeom>
          <a:ln w="12700">
            <a:solidFill>
              <a:srgbClr val="66666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E45D75-77AE-3079-FFC7-8EBA288E263F}"/>
              </a:ext>
            </a:extLst>
          </p:cNvPr>
          <p:cNvSpPr txBox="1"/>
          <p:nvPr/>
        </p:nvSpPr>
        <p:spPr>
          <a:xfrm>
            <a:off x="531412" y="5872558"/>
            <a:ext cx="6193811" cy="646331"/>
          </a:xfrm>
          <a:prstGeom prst="rect">
            <a:avLst/>
          </a:prstGeom>
          <a:noFill/>
        </p:spPr>
        <p:txBody>
          <a:bodyPr wrap="none" rtlCol="0">
            <a:spAutoFit/>
          </a:bodyPr>
          <a:lstStyle/>
          <a:p>
            <a:r>
              <a:rPr lang="en-US" dirty="0"/>
              <a:t>Note – in this document the name </a:t>
            </a:r>
            <a:r>
              <a:rPr lang="en-US" b="1" dirty="0"/>
              <a:t>Purview</a:t>
            </a:r>
            <a:r>
              <a:rPr lang="en-US" dirty="0"/>
              <a:t> – if not otherwise</a:t>
            </a:r>
          </a:p>
          <a:p>
            <a:r>
              <a:rPr lang="en-US" dirty="0"/>
              <a:t>stated - is used for the Data Governance part of Purview.</a:t>
            </a:r>
          </a:p>
        </p:txBody>
      </p:sp>
    </p:spTree>
    <p:extLst>
      <p:ext uri="{BB962C8B-B14F-4D97-AF65-F5344CB8AC3E}">
        <p14:creationId xmlns:p14="http://schemas.microsoft.com/office/powerpoint/2010/main" val="3886619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0CC6E83A-00D4-BFB6-48BE-EDDBCDF9B6F6}"/>
              </a:ext>
              <a:ext uri="{C183D7F6-B498-43B3-948B-1728B52AA6E4}">
                <adec:decorative xmlns:adec="http://schemas.microsoft.com/office/drawing/2017/decorative" val="1"/>
              </a:ext>
            </a:extLst>
          </p:cNvPr>
          <p:cNvSpPr/>
          <p:nvPr/>
        </p:nvSpPr>
        <p:spPr bwMode="auto">
          <a:xfrm>
            <a:off x="435430" y="1405466"/>
            <a:ext cx="11321142" cy="5278362"/>
          </a:xfrm>
          <a:prstGeom prst="roundRect">
            <a:avLst>
              <a:gd name="adj" fmla="val 6925"/>
            </a:avLst>
          </a:prstGeom>
          <a:solidFill>
            <a:srgbClr val="FFFFFF">
              <a:alpha val="74000"/>
            </a:srgbClr>
          </a:solidFill>
          <a:ln w="19050">
            <a:noFill/>
            <a:headEnd type="none" w="med" len="med"/>
            <a:tailEnd type="none" w="med" len="med"/>
          </a:ln>
          <a:effectLst>
            <a:outerShdw blurRad="127000" algn="tl"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s-MX"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18" name="Freeform 17">
            <a:extLst>
              <a:ext uri="{FF2B5EF4-FFF2-40B4-BE49-F238E27FC236}">
                <a16:creationId xmlns:a16="http://schemas.microsoft.com/office/drawing/2014/main" id="{E420BC65-68A0-F23A-0AE3-7330FB177F0C}"/>
              </a:ext>
              <a:ext uri="{C183D7F6-B498-43B3-948B-1728B52AA6E4}">
                <adec:decorative xmlns:adec="http://schemas.microsoft.com/office/drawing/2017/decorative" val="1"/>
              </a:ext>
            </a:extLst>
          </p:cNvPr>
          <p:cNvSpPr/>
          <p:nvPr/>
        </p:nvSpPr>
        <p:spPr>
          <a:xfrm>
            <a:off x="552530" y="1569625"/>
            <a:ext cx="11064240" cy="4936917"/>
          </a:xfrm>
          <a:custGeom>
            <a:avLst/>
            <a:gdLst>
              <a:gd name="connsiteX0" fmla="*/ 232164 w 11064240"/>
              <a:gd name="connsiteY0" fmla="*/ 0 h 4439936"/>
              <a:gd name="connsiteX1" fmla="*/ 3642782 w 11064240"/>
              <a:gd name="connsiteY1" fmla="*/ 0 h 4439936"/>
              <a:gd name="connsiteX2" fmla="*/ 3727063 w 11064240"/>
              <a:gd name="connsiteY2" fmla="*/ 84281 h 4439936"/>
              <a:gd name="connsiteX3" fmla="*/ 3727063 w 11064240"/>
              <a:gd name="connsiteY3" fmla="*/ 539806 h 4439936"/>
              <a:gd name="connsiteX4" fmla="*/ 3767803 w 11064240"/>
              <a:gd name="connsiteY4" fmla="*/ 580546 h 4439936"/>
              <a:gd name="connsiteX5" fmla="*/ 3808543 w 11064240"/>
              <a:gd name="connsiteY5" fmla="*/ 539806 h 4439936"/>
              <a:gd name="connsiteX6" fmla="*/ 3808543 w 11064240"/>
              <a:gd name="connsiteY6" fmla="*/ 84281 h 4439936"/>
              <a:gd name="connsiteX7" fmla="*/ 3892824 w 11064240"/>
              <a:gd name="connsiteY7" fmla="*/ 0 h 4439936"/>
              <a:gd name="connsiteX8" fmla="*/ 7201162 w 11064240"/>
              <a:gd name="connsiteY8" fmla="*/ 0 h 4439936"/>
              <a:gd name="connsiteX9" fmla="*/ 7285443 w 11064240"/>
              <a:gd name="connsiteY9" fmla="*/ 84281 h 4439936"/>
              <a:gd name="connsiteX10" fmla="*/ 7285443 w 11064240"/>
              <a:gd name="connsiteY10" fmla="*/ 539806 h 4439936"/>
              <a:gd name="connsiteX11" fmla="*/ 7326183 w 11064240"/>
              <a:gd name="connsiteY11" fmla="*/ 580546 h 4439936"/>
              <a:gd name="connsiteX12" fmla="*/ 7366923 w 11064240"/>
              <a:gd name="connsiteY12" fmla="*/ 539806 h 4439936"/>
              <a:gd name="connsiteX13" fmla="*/ 7366923 w 11064240"/>
              <a:gd name="connsiteY13" fmla="*/ 84281 h 4439936"/>
              <a:gd name="connsiteX14" fmla="*/ 7451204 w 11064240"/>
              <a:gd name="connsiteY14" fmla="*/ 0 h 4439936"/>
              <a:gd name="connsiteX15" fmla="*/ 10832076 w 11064240"/>
              <a:gd name="connsiteY15" fmla="*/ 0 h 4439936"/>
              <a:gd name="connsiteX16" fmla="*/ 11064240 w 11064240"/>
              <a:gd name="connsiteY16" fmla="*/ 232164 h 4439936"/>
              <a:gd name="connsiteX17" fmla="*/ 11064240 w 11064240"/>
              <a:gd name="connsiteY17" fmla="*/ 4207772 h 4439936"/>
              <a:gd name="connsiteX18" fmla="*/ 10832076 w 11064240"/>
              <a:gd name="connsiteY18" fmla="*/ 4439936 h 4439936"/>
              <a:gd name="connsiteX19" fmla="*/ 232164 w 11064240"/>
              <a:gd name="connsiteY19" fmla="*/ 4439936 h 4439936"/>
              <a:gd name="connsiteX20" fmla="*/ 0 w 11064240"/>
              <a:gd name="connsiteY20" fmla="*/ 4207772 h 4439936"/>
              <a:gd name="connsiteX21" fmla="*/ 0 w 11064240"/>
              <a:gd name="connsiteY21" fmla="*/ 232164 h 4439936"/>
              <a:gd name="connsiteX22" fmla="*/ 232164 w 11064240"/>
              <a:gd name="connsiteY22" fmla="*/ 0 h 443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64240" h="4439936">
                <a:moveTo>
                  <a:pt x="232164" y="0"/>
                </a:moveTo>
                <a:lnTo>
                  <a:pt x="3642782" y="0"/>
                </a:lnTo>
                <a:cubicBezTo>
                  <a:pt x="3689328" y="0"/>
                  <a:pt x="3727063" y="37735"/>
                  <a:pt x="3727063" y="84281"/>
                </a:cubicBezTo>
                <a:lnTo>
                  <a:pt x="3727063" y="539806"/>
                </a:lnTo>
                <a:cubicBezTo>
                  <a:pt x="3727063" y="562315"/>
                  <a:pt x="3745294" y="580546"/>
                  <a:pt x="3767803" y="580546"/>
                </a:cubicBezTo>
                <a:cubicBezTo>
                  <a:pt x="3790312" y="580546"/>
                  <a:pt x="3808543" y="562315"/>
                  <a:pt x="3808543" y="539806"/>
                </a:cubicBezTo>
                <a:lnTo>
                  <a:pt x="3808543" y="84281"/>
                </a:lnTo>
                <a:cubicBezTo>
                  <a:pt x="3808543" y="37735"/>
                  <a:pt x="3846279" y="0"/>
                  <a:pt x="3892824" y="0"/>
                </a:cubicBezTo>
                <a:lnTo>
                  <a:pt x="7201162" y="0"/>
                </a:lnTo>
                <a:cubicBezTo>
                  <a:pt x="7247708" y="0"/>
                  <a:pt x="7285443" y="37735"/>
                  <a:pt x="7285443" y="84281"/>
                </a:cubicBezTo>
                <a:lnTo>
                  <a:pt x="7285443" y="539806"/>
                </a:lnTo>
                <a:cubicBezTo>
                  <a:pt x="7285443" y="562315"/>
                  <a:pt x="7303674" y="580546"/>
                  <a:pt x="7326183" y="580546"/>
                </a:cubicBezTo>
                <a:cubicBezTo>
                  <a:pt x="7348692" y="580546"/>
                  <a:pt x="7366923" y="562315"/>
                  <a:pt x="7366923" y="539806"/>
                </a:cubicBezTo>
                <a:lnTo>
                  <a:pt x="7366923" y="84281"/>
                </a:lnTo>
                <a:cubicBezTo>
                  <a:pt x="7366923" y="37735"/>
                  <a:pt x="7404659" y="0"/>
                  <a:pt x="7451204" y="0"/>
                </a:cubicBezTo>
                <a:lnTo>
                  <a:pt x="10832076" y="0"/>
                </a:lnTo>
                <a:cubicBezTo>
                  <a:pt x="10960297" y="0"/>
                  <a:pt x="11064240" y="103943"/>
                  <a:pt x="11064240" y="232164"/>
                </a:cubicBezTo>
                <a:lnTo>
                  <a:pt x="11064240" y="4207772"/>
                </a:lnTo>
                <a:cubicBezTo>
                  <a:pt x="11064240" y="4335993"/>
                  <a:pt x="10960297" y="4439936"/>
                  <a:pt x="10832076" y="4439936"/>
                </a:cubicBezTo>
                <a:lnTo>
                  <a:pt x="232164" y="4439936"/>
                </a:lnTo>
                <a:cubicBezTo>
                  <a:pt x="103943" y="4439936"/>
                  <a:pt x="0" y="4335993"/>
                  <a:pt x="0" y="4207772"/>
                </a:cubicBezTo>
                <a:lnTo>
                  <a:pt x="0" y="232164"/>
                </a:lnTo>
                <a:cubicBezTo>
                  <a:pt x="0" y="103943"/>
                  <a:pt x="103943" y="0"/>
                  <a:pt x="232164" y="0"/>
                </a:cubicBezTo>
                <a:close/>
              </a:path>
            </a:pathLst>
          </a:custGeom>
          <a:gradFill>
            <a:gsLst>
              <a:gs pos="100000">
                <a:srgbClr val="D6EEFF"/>
              </a:gs>
              <a:gs pos="50000">
                <a:schemeClr val="bg1"/>
              </a:gs>
            </a:gsLst>
            <a:lin ang="2400000" scaled="0"/>
          </a:gradFill>
          <a:ln w="0" cap="flat">
            <a:noFill/>
            <a:prstDash val="solid"/>
            <a:miter/>
          </a:ln>
        </p:spPr>
        <p:txBody>
          <a:bodyPr wrap="square" rtlCol="0" anchor="ctr">
            <a:noAutofit/>
          </a:bodyPr>
          <a:lstStyle/>
          <a:p>
            <a:endParaRPr lang="es-MX"/>
          </a:p>
        </p:txBody>
      </p:sp>
      <p:sp>
        <p:nvSpPr>
          <p:cNvPr id="28" name="Freeform 27">
            <a:extLst>
              <a:ext uri="{FF2B5EF4-FFF2-40B4-BE49-F238E27FC236}">
                <a16:creationId xmlns:a16="http://schemas.microsoft.com/office/drawing/2014/main" id="{6507D915-62EB-2FDC-E129-B818C83DF935}"/>
              </a:ext>
              <a:ext uri="{C183D7F6-B498-43B3-948B-1728B52AA6E4}">
                <adec:decorative xmlns:adec="http://schemas.microsoft.com/office/drawing/2017/decorative" val="1"/>
              </a:ext>
            </a:extLst>
          </p:cNvPr>
          <p:cNvSpPr/>
          <p:nvPr/>
        </p:nvSpPr>
        <p:spPr>
          <a:xfrm>
            <a:off x="552530" y="1569625"/>
            <a:ext cx="11064240" cy="4936917"/>
          </a:xfrm>
          <a:custGeom>
            <a:avLst/>
            <a:gdLst>
              <a:gd name="connsiteX0" fmla="*/ 232164 w 11064240"/>
              <a:gd name="connsiteY0" fmla="*/ 0 h 4439936"/>
              <a:gd name="connsiteX1" fmla="*/ 3642782 w 11064240"/>
              <a:gd name="connsiteY1" fmla="*/ 0 h 4439936"/>
              <a:gd name="connsiteX2" fmla="*/ 3727063 w 11064240"/>
              <a:gd name="connsiteY2" fmla="*/ 84281 h 4439936"/>
              <a:gd name="connsiteX3" fmla="*/ 3727063 w 11064240"/>
              <a:gd name="connsiteY3" fmla="*/ 539806 h 4439936"/>
              <a:gd name="connsiteX4" fmla="*/ 3767803 w 11064240"/>
              <a:gd name="connsiteY4" fmla="*/ 580546 h 4439936"/>
              <a:gd name="connsiteX5" fmla="*/ 3808543 w 11064240"/>
              <a:gd name="connsiteY5" fmla="*/ 539806 h 4439936"/>
              <a:gd name="connsiteX6" fmla="*/ 3808543 w 11064240"/>
              <a:gd name="connsiteY6" fmla="*/ 84281 h 4439936"/>
              <a:gd name="connsiteX7" fmla="*/ 3892824 w 11064240"/>
              <a:gd name="connsiteY7" fmla="*/ 0 h 4439936"/>
              <a:gd name="connsiteX8" fmla="*/ 7201162 w 11064240"/>
              <a:gd name="connsiteY8" fmla="*/ 0 h 4439936"/>
              <a:gd name="connsiteX9" fmla="*/ 7285443 w 11064240"/>
              <a:gd name="connsiteY9" fmla="*/ 84281 h 4439936"/>
              <a:gd name="connsiteX10" fmla="*/ 7285443 w 11064240"/>
              <a:gd name="connsiteY10" fmla="*/ 539806 h 4439936"/>
              <a:gd name="connsiteX11" fmla="*/ 7326183 w 11064240"/>
              <a:gd name="connsiteY11" fmla="*/ 580546 h 4439936"/>
              <a:gd name="connsiteX12" fmla="*/ 7366923 w 11064240"/>
              <a:gd name="connsiteY12" fmla="*/ 539806 h 4439936"/>
              <a:gd name="connsiteX13" fmla="*/ 7366923 w 11064240"/>
              <a:gd name="connsiteY13" fmla="*/ 84281 h 4439936"/>
              <a:gd name="connsiteX14" fmla="*/ 7451204 w 11064240"/>
              <a:gd name="connsiteY14" fmla="*/ 0 h 4439936"/>
              <a:gd name="connsiteX15" fmla="*/ 10832076 w 11064240"/>
              <a:gd name="connsiteY15" fmla="*/ 0 h 4439936"/>
              <a:gd name="connsiteX16" fmla="*/ 11064240 w 11064240"/>
              <a:gd name="connsiteY16" fmla="*/ 232164 h 4439936"/>
              <a:gd name="connsiteX17" fmla="*/ 11064240 w 11064240"/>
              <a:gd name="connsiteY17" fmla="*/ 4207772 h 4439936"/>
              <a:gd name="connsiteX18" fmla="*/ 10832076 w 11064240"/>
              <a:gd name="connsiteY18" fmla="*/ 4439936 h 4439936"/>
              <a:gd name="connsiteX19" fmla="*/ 232164 w 11064240"/>
              <a:gd name="connsiteY19" fmla="*/ 4439936 h 4439936"/>
              <a:gd name="connsiteX20" fmla="*/ 0 w 11064240"/>
              <a:gd name="connsiteY20" fmla="*/ 4207772 h 4439936"/>
              <a:gd name="connsiteX21" fmla="*/ 0 w 11064240"/>
              <a:gd name="connsiteY21" fmla="*/ 232164 h 4439936"/>
              <a:gd name="connsiteX22" fmla="*/ 232164 w 11064240"/>
              <a:gd name="connsiteY22" fmla="*/ 0 h 443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064240" h="4439936">
                <a:moveTo>
                  <a:pt x="232164" y="0"/>
                </a:moveTo>
                <a:lnTo>
                  <a:pt x="3642782" y="0"/>
                </a:lnTo>
                <a:cubicBezTo>
                  <a:pt x="3689328" y="0"/>
                  <a:pt x="3727063" y="37735"/>
                  <a:pt x="3727063" y="84281"/>
                </a:cubicBezTo>
                <a:lnTo>
                  <a:pt x="3727063" y="539806"/>
                </a:lnTo>
                <a:cubicBezTo>
                  <a:pt x="3727063" y="562315"/>
                  <a:pt x="3745294" y="580546"/>
                  <a:pt x="3767803" y="580546"/>
                </a:cubicBezTo>
                <a:cubicBezTo>
                  <a:pt x="3790312" y="580546"/>
                  <a:pt x="3808543" y="562315"/>
                  <a:pt x="3808543" y="539806"/>
                </a:cubicBezTo>
                <a:lnTo>
                  <a:pt x="3808543" y="84281"/>
                </a:lnTo>
                <a:cubicBezTo>
                  <a:pt x="3808543" y="37735"/>
                  <a:pt x="3846279" y="0"/>
                  <a:pt x="3892824" y="0"/>
                </a:cubicBezTo>
                <a:lnTo>
                  <a:pt x="7201162" y="0"/>
                </a:lnTo>
                <a:cubicBezTo>
                  <a:pt x="7247708" y="0"/>
                  <a:pt x="7285443" y="37735"/>
                  <a:pt x="7285443" y="84281"/>
                </a:cubicBezTo>
                <a:lnTo>
                  <a:pt x="7285443" y="539806"/>
                </a:lnTo>
                <a:cubicBezTo>
                  <a:pt x="7285443" y="562315"/>
                  <a:pt x="7303674" y="580546"/>
                  <a:pt x="7326183" y="580546"/>
                </a:cubicBezTo>
                <a:cubicBezTo>
                  <a:pt x="7348692" y="580546"/>
                  <a:pt x="7366923" y="562315"/>
                  <a:pt x="7366923" y="539806"/>
                </a:cubicBezTo>
                <a:lnTo>
                  <a:pt x="7366923" y="84281"/>
                </a:lnTo>
                <a:cubicBezTo>
                  <a:pt x="7366923" y="37735"/>
                  <a:pt x="7404659" y="0"/>
                  <a:pt x="7451204" y="0"/>
                </a:cubicBezTo>
                <a:lnTo>
                  <a:pt x="10832076" y="0"/>
                </a:lnTo>
                <a:cubicBezTo>
                  <a:pt x="10960297" y="0"/>
                  <a:pt x="11064240" y="103943"/>
                  <a:pt x="11064240" y="232164"/>
                </a:cubicBezTo>
                <a:lnTo>
                  <a:pt x="11064240" y="4207772"/>
                </a:lnTo>
                <a:cubicBezTo>
                  <a:pt x="11064240" y="4335993"/>
                  <a:pt x="10960297" y="4439936"/>
                  <a:pt x="10832076" y="4439936"/>
                </a:cubicBezTo>
                <a:lnTo>
                  <a:pt x="232164" y="4439936"/>
                </a:lnTo>
                <a:cubicBezTo>
                  <a:pt x="103943" y="4439936"/>
                  <a:pt x="0" y="4335993"/>
                  <a:pt x="0" y="4207772"/>
                </a:cubicBezTo>
                <a:lnTo>
                  <a:pt x="0" y="232164"/>
                </a:lnTo>
                <a:cubicBezTo>
                  <a:pt x="0" y="103943"/>
                  <a:pt x="103943" y="0"/>
                  <a:pt x="232164" y="0"/>
                </a:cubicBezTo>
                <a:close/>
              </a:path>
            </a:pathLst>
          </a:custGeom>
          <a:solidFill>
            <a:schemeClr val="accent2">
              <a:lumMod val="75000"/>
              <a:alpha val="80000"/>
            </a:schemeClr>
          </a:solidFill>
          <a:ln w="0" cap="flat">
            <a:noFill/>
            <a:prstDash val="solid"/>
            <a:miter/>
          </a:ln>
          <a:effectLst>
            <a:outerShdw blurRad="254000" algn="t" rotWithShape="0">
              <a:prstClr val="black">
                <a:alpha val="10000"/>
              </a:prstClr>
            </a:outerShdw>
          </a:effectLst>
        </p:spPr>
        <p:txBody>
          <a:bodyPr wrap="square" rtlCol="0" anchor="ctr">
            <a:noAutofit/>
          </a:bodyPr>
          <a:lstStyle/>
          <a:p>
            <a:endParaRPr lang="es-MX"/>
          </a:p>
        </p:txBody>
      </p:sp>
      <p:sp>
        <p:nvSpPr>
          <p:cNvPr id="2" name="Title 2">
            <a:extLst>
              <a:ext uri="{FF2B5EF4-FFF2-40B4-BE49-F238E27FC236}">
                <a16:creationId xmlns:a16="http://schemas.microsoft.com/office/drawing/2014/main" id="{ECF878B7-A482-F9CC-A7F4-5AAFD1518B50}"/>
              </a:ext>
            </a:extLst>
          </p:cNvPr>
          <p:cNvSpPr txBox="1">
            <a:spLocks/>
          </p:cNvSpPr>
          <p:nvPr/>
        </p:nvSpPr>
        <p:spPr>
          <a:xfrm>
            <a:off x="1357751" y="247760"/>
            <a:ext cx="11018520" cy="923330"/>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defTabSz="932742" rtl="0" eaLnBrk="1" fontAlgn="auto" latinLnBrk="0" hangingPunct="1">
              <a:lnSpc>
                <a:spcPct val="100000"/>
              </a:lnSpc>
              <a:spcBef>
                <a:spcPct val="0"/>
              </a:spcBef>
              <a:spcAft>
                <a:spcPts val="0"/>
              </a:spcAft>
              <a:buClrTx/>
              <a:buSzTx/>
              <a:buFontTx/>
              <a:buNone/>
              <a:tabLst/>
              <a:defRPr/>
            </a:pPr>
            <a:br>
              <a:rPr kumimoji="0" lang="en-US" sz="3600" b="0" i="0" u="none" strike="noStrike" kern="1200" cap="none" spc="-50" normalizeH="0" baseline="0" noProof="0">
                <a:ln w="3175">
                  <a:noFill/>
                </a:ln>
                <a:solidFill>
                  <a:srgbClr val="0078D3"/>
                </a:solidFill>
                <a:effectLst/>
                <a:uLnTx/>
                <a:uFillTx/>
                <a:latin typeface="Segoe UI Semibold"/>
                <a:ea typeface="+mn-ea"/>
                <a:cs typeface="Segoe UI" pitchFamily="34" charset="0"/>
              </a:rPr>
            </a:br>
            <a:r>
              <a:rPr lang="en-US" sz="2400">
                <a:solidFill>
                  <a:srgbClr val="0078D3"/>
                </a:solidFill>
                <a:latin typeface="Segoe Sans Text" pitchFamily="2" charset="0"/>
                <a:cs typeface="Segoe Sans Text" pitchFamily="2" charset="0"/>
              </a:rPr>
              <a:t>Unified data security</a:t>
            </a:r>
            <a:r>
              <a:rPr kumimoji="0" lang="en-US" sz="2400" b="0" i="0" u="none" strike="noStrike" kern="1200" cap="none" spc="-50" normalizeH="0" baseline="0" noProof="0">
                <a:ln w="3175">
                  <a:noFill/>
                </a:ln>
                <a:solidFill>
                  <a:srgbClr val="0078D3"/>
                </a:solidFill>
                <a:effectLst/>
                <a:uLnTx/>
                <a:uFillTx/>
                <a:latin typeface="Segoe Sans Text" pitchFamily="2" charset="0"/>
                <a:ea typeface="+mn-ea"/>
                <a:cs typeface="Segoe Sans Text" pitchFamily="2" charset="0"/>
              </a:rPr>
              <a:t>, governance, and compliance suite for your data estate</a:t>
            </a:r>
            <a:endParaRPr kumimoji="0" lang="en-US" sz="3600" b="0" i="0" u="none" strike="noStrike" kern="1200" cap="none" spc="-50" normalizeH="0" baseline="0" noProof="0">
              <a:ln w="3175">
                <a:noFill/>
              </a:ln>
              <a:solidFill>
                <a:srgbClr val="0078D3"/>
              </a:solidFill>
              <a:effectLst/>
              <a:uLnTx/>
              <a:uFillTx/>
              <a:latin typeface="Segoe Sans Text" pitchFamily="2" charset="0"/>
              <a:ea typeface="+mn-ea"/>
              <a:cs typeface="Segoe Sans Text" pitchFamily="2" charset="0"/>
            </a:endParaRPr>
          </a:p>
        </p:txBody>
      </p:sp>
      <p:sp>
        <p:nvSpPr>
          <p:cNvPr id="3" name="Title 2">
            <a:extLst>
              <a:ext uri="{FF2B5EF4-FFF2-40B4-BE49-F238E27FC236}">
                <a16:creationId xmlns:a16="http://schemas.microsoft.com/office/drawing/2014/main" id="{734C9A1E-3EE3-A065-1739-D9A34A64D75B}"/>
              </a:ext>
            </a:extLst>
          </p:cNvPr>
          <p:cNvSpPr txBox="1">
            <a:spLocks noGrp="1"/>
          </p:cNvSpPr>
          <p:nvPr>
            <p:ph type="title" idx="4294967295"/>
          </p:nvPr>
        </p:nvSpPr>
        <p:spPr>
          <a:xfrm>
            <a:off x="853386" y="290105"/>
            <a:ext cx="4941888" cy="55403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ts val="0"/>
              </a:spcBef>
              <a:spcAft>
                <a:spcPct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Microsoft Purview</a:t>
            </a:r>
          </a:p>
        </p:txBody>
      </p:sp>
      <p:pic>
        <p:nvPicPr>
          <p:cNvPr id="4" name="Picture 3">
            <a:extLst>
              <a:ext uri="{FF2B5EF4-FFF2-40B4-BE49-F238E27FC236}">
                <a16:creationId xmlns:a16="http://schemas.microsoft.com/office/drawing/2014/main" id="{69F5F91A-83E9-8E45-18E4-A17A80803F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5430" y="336709"/>
            <a:ext cx="836204" cy="836204"/>
          </a:xfrm>
          <a:prstGeom prst="rect">
            <a:avLst/>
          </a:prstGeom>
        </p:spPr>
      </p:pic>
      <p:sp>
        <p:nvSpPr>
          <p:cNvPr id="5" name="TextBox 4">
            <a:extLst>
              <a:ext uri="{FF2B5EF4-FFF2-40B4-BE49-F238E27FC236}">
                <a16:creationId xmlns:a16="http://schemas.microsoft.com/office/drawing/2014/main" id="{899669CE-41D9-099B-F680-E742CA539F8A}"/>
              </a:ext>
            </a:extLst>
          </p:cNvPr>
          <p:cNvSpPr txBox="1"/>
          <p:nvPr/>
        </p:nvSpPr>
        <p:spPr>
          <a:xfrm>
            <a:off x="2323298" y="5690363"/>
            <a:ext cx="7379116" cy="646986"/>
          </a:xfrm>
          <a:prstGeom prst="roundRect">
            <a:avLst/>
          </a:prstGeom>
          <a:noFill/>
        </p:spPr>
        <p:txBody>
          <a:bodyPr wrap="square" lIns="91440" tIns="45720" rIns="91440" bIns="45720" anchor="t">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DF9"/>
                </a:solidFill>
                <a:effectLst/>
                <a:uLnTx/>
                <a:uFillTx/>
                <a:latin typeface="Segoe UI Semibold"/>
                <a:ea typeface="+mn-ea"/>
                <a:cs typeface="+mn-cs"/>
              </a:rPr>
              <a:t>Shared platform capabilities</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DF9"/>
                </a:solidFill>
                <a:effectLst/>
                <a:uLnTx/>
                <a:uFillTx/>
                <a:latin typeface="Segoe UI"/>
                <a:ea typeface="+mn-ea"/>
                <a:cs typeface="+mn-cs"/>
              </a:rPr>
              <a:t>AI-based efficiency, Data Map, Classification, Labels, Audit Logs, Policies, Data Connectors</a:t>
            </a:r>
          </a:p>
        </p:txBody>
      </p:sp>
      <p:cxnSp>
        <p:nvCxnSpPr>
          <p:cNvPr id="7" name="Connector: Elbow 6">
            <a:extLst>
              <a:ext uri="{FF2B5EF4-FFF2-40B4-BE49-F238E27FC236}">
                <a16:creationId xmlns:a16="http://schemas.microsoft.com/office/drawing/2014/main" id="{3973E708-B449-E69D-2D7A-5494DC87F7A6}"/>
              </a:ext>
              <a:ext uri="{C183D7F6-B498-43B3-948B-1728B52AA6E4}">
                <adec:decorative xmlns:adec="http://schemas.microsoft.com/office/drawing/2017/decorative" val="1"/>
              </a:ext>
            </a:extLst>
          </p:cNvPr>
          <p:cNvCxnSpPr>
            <a:cxnSpLocks/>
            <a:stCxn id="5" idx="1"/>
            <a:endCxn id="25" idx="1"/>
          </p:cNvCxnSpPr>
          <p:nvPr/>
        </p:nvCxnSpPr>
        <p:spPr>
          <a:xfrm rot="10800000">
            <a:off x="798206" y="5353092"/>
            <a:ext cx="1525092" cy="660765"/>
          </a:xfrm>
          <a:prstGeom prst="bentConnector3">
            <a:avLst>
              <a:gd name="adj1" fmla="val 114989"/>
            </a:avLst>
          </a:prstGeom>
          <a:noFill/>
          <a:ln w="9525" cap="flat" cmpd="sng" algn="ctr">
            <a:solidFill>
              <a:schemeClr val="bg2"/>
            </a:solidFill>
            <a:prstDash val="dash"/>
            <a:headEnd type="oval" w="med" len="med"/>
            <a:tailEnd type="oval" w="med" len="med"/>
          </a:ln>
          <a:effectLst/>
        </p:spPr>
      </p:cxnSp>
      <p:sp>
        <p:nvSpPr>
          <p:cNvPr id="9" name="Text Placeholder 2">
            <a:extLst>
              <a:ext uri="{FF2B5EF4-FFF2-40B4-BE49-F238E27FC236}">
                <a16:creationId xmlns:a16="http://schemas.microsoft.com/office/drawing/2014/main" id="{650E4166-D17D-6AB1-F267-7BBBC9B2750F}"/>
              </a:ext>
            </a:extLst>
          </p:cNvPr>
          <p:cNvSpPr txBox="1">
            <a:spLocks/>
          </p:cNvSpPr>
          <p:nvPr/>
        </p:nvSpPr>
        <p:spPr>
          <a:xfrm>
            <a:off x="760038" y="3386996"/>
            <a:ext cx="3387096" cy="1100301"/>
          </a:xfrm>
          <a:prstGeom prst="rect">
            <a:avLst/>
          </a:prstGeom>
        </p:spPr>
        <p:txBody>
          <a:bodyPr vert="horz" wrap="square" lIns="0" tIns="0" rIns="0" bIns="0" rtlCol="0">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Data Loss Prevention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Insider Risk Management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Information Protection</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Adaptive Protection</a:t>
            </a:r>
          </a:p>
        </p:txBody>
      </p:sp>
      <p:sp>
        <p:nvSpPr>
          <p:cNvPr id="10" name="TextBox 9">
            <a:extLst>
              <a:ext uri="{FF2B5EF4-FFF2-40B4-BE49-F238E27FC236}">
                <a16:creationId xmlns:a16="http://schemas.microsoft.com/office/drawing/2014/main" id="{2349E03B-13EF-DAF2-4FA1-99368DA2E533}"/>
              </a:ext>
            </a:extLst>
          </p:cNvPr>
          <p:cNvSpPr txBox="1"/>
          <p:nvPr/>
        </p:nvSpPr>
        <p:spPr>
          <a:xfrm>
            <a:off x="929482" y="2384520"/>
            <a:ext cx="3048208" cy="58477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cs typeface="Segoe UI" panose="020B0502040204020203" pitchFamily="34" charset="0"/>
              </a:rPr>
              <a:t>Secure data across its lifecycle, wherever it lives</a:t>
            </a:r>
          </a:p>
        </p:txBody>
      </p:sp>
      <p:sp>
        <p:nvSpPr>
          <p:cNvPr id="11" name="Freeform 39">
            <a:extLst>
              <a:ext uri="{FF2B5EF4-FFF2-40B4-BE49-F238E27FC236}">
                <a16:creationId xmlns:a16="http://schemas.microsoft.com/office/drawing/2014/main" id="{37F85729-5F03-2DFB-D58C-99B3BCEE3C6A}"/>
              </a:ext>
            </a:extLst>
          </p:cNvPr>
          <p:cNvSpPr/>
          <p:nvPr/>
        </p:nvSpPr>
        <p:spPr>
          <a:xfrm>
            <a:off x="853386" y="1791665"/>
            <a:ext cx="3200400" cy="402336"/>
          </a:xfrm>
          <a:prstGeom prst="roundRect">
            <a:avLst>
              <a:gd name="adj" fmla="val 50000"/>
            </a:avLst>
          </a:prstGeom>
          <a:solidFill>
            <a:srgbClr val="0078D4"/>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FFFFFF"/>
                </a:solidFill>
                <a:effectLst/>
                <a:uLnTx/>
                <a:uFillTx/>
                <a:latin typeface="Segoe UI Semibold"/>
                <a:ea typeface="+mn-ea"/>
                <a:cs typeface="+mn-cs"/>
              </a:rPr>
              <a:t>DATA SECURITY</a:t>
            </a:r>
          </a:p>
        </p:txBody>
      </p:sp>
      <p:cxnSp>
        <p:nvCxnSpPr>
          <p:cNvPr id="12" name="Straight Connector 11">
            <a:extLst>
              <a:ext uri="{FF2B5EF4-FFF2-40B4-BE49-F238E27FC236}">
                <a16:creationId xmlns:a16="http://schemas.microsoft.com/office/drawing/2014/main" id="{CC1F5B01-6A89-7A15-9881-609271579652}"/>
              </a:ext>
              <a:ext uri="{C183D7F6-B498-43B3-948B-1728B52AA6E4}">
                <adec:decorative xmlns:adec="http://schemas.microsoft.com/office/drawing/2017/decorative" val="1"/>
              </a:ext>
            </a:extLst>
          </p:cNvPr>
          <p:cNvCxnSpPr>
            <a:cxnSpLocks/>
          </p:cNvCxnSpPr>
          <p:nvPr/>
        </p:nvCxnSpPr>
        <p:spPr>
          <a:xfrm>
            <a:off x="819968" y="3159814"/>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7C8632E0-E6F3-6693-D0FE-35C9CABF6243}"/>
              </a:ext>
            </a:extLst>
          </p:cNvPr>
          <p:cNvSpPr txBox="1">
            <a:spLocks/>
          </p:cNvSpPr>
          <p:nvPr/>
        </p:nvSpPr>
        <p:spPr>
          <a:xfrm>
            <a:off x="4402452" y="3386996"/>
            <a:ext cx="3387096" cy="1100301"/>
          </a:xfrm>
          <a:prstGeom prst="rect">
            <a:avLst/>
          </a:prstGeom>
        </p:spPr>
        <p:txBody>
          <a:bodyPr vert="horz" wrap="square" lIns="0" tIns="0" rIns="0" bIns="0" rtlCol="0">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600" u="none" strike="noStrike" kern="1200" cap="none" spc="0" normalizeH="0" baseline="0" noProof="0" dirty="0">
                <a:ln>
                  <a:noFill/>
                </a:ln>
                <a:solidFill>
                  <a:srgbClr val="FFFDF9"/>
                </a:solidFill>
                <a:effectLst/>
                <a:uLnTx/>
                <a:uFillTx/>
                <a:latin typeface="Segoe UI" panose="020B0502040204020203" pitchFamily="34" charset="0"/>
              </a:rPr>
              <a:t>Data Catalog</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lang="it-IT" sz="1600" dirty="0">
                <a:solidFill>
                  <a:srgbClr val="FFFDF9"/>
                </a:solidFill>
                <a:latin typeface="Segoe UI" panose="020B0502040204020203" pitchFamily="34" charset="0"/>
              </a:rPr>
              <a:t>Data Quality</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it-IT" sz="1600" u="none" strike="noStrike" kern="1200" cap="none" spc="0" normalizeH="0" baseline="0" noProof="0" dirty="0">
                <a:ln>
                  <a:noFill/>
                </a:ln>
                <a:solidFill>
                  <a:srgbClr val="FFFDF9"/>
                </a:solidFill>
                <a:effectLst/>
                <a:uLnTx/>
                <a:uFillTx/>
                <a:latin typeface="Segoe UI" panose="020B0502040204020203" pitchFamily="34" charset="0"/>
              </a:rPr>
              <a:t>Data Health Management</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lang="it-IT" sz="1600" dirty="0">
                <a:solidFill>
                  <a:srgbClr val="FFFDF9"/>
                </a:solidFill>
                <a:latin typeface="Segoe UI" panose="020B0502040204020203" pitchFamily="34" charset="0"/>
              </a:rPr>
              <a:t>Industry Health Controls</a:t>
            </a:r>
            <a:endParaRPr kumimoji="0" lang="it-IT" sz="1600" u="none" strike="noStrike" kern="1200" cap="none" spc="0" normalizeH="0" baseline="0" noProof="0" dirty="0">
              <a:ln>
                <a:noFill/>
              </a:ln>
              <a:solidFill>
                <a:srgbClr val="FFFDF9"/>
              </a:solidFill>
              <a:effectLst/>
              <a:uLnTx/>
              <a:uFillTx/>
              <a:latin typeface="Segoe UI" panose="020B0502040204020203" pitchFamily="34" charset="0"/>
            </a:endParaRPr>
          </a:p>
        </p:txBody>
      </p:sp>
      <p:sp>
        <p:nvSpPr>
          <p:cNvPr id="15" name="TextBox 14">
            <a:extLst>
              <a:ext uri="{FF2B5EF4-FFF2-40B4-BE49-F238E27FC236}">
                <a16:creationId xmlns:a16="http://schemas.microsoft.com/office/drawing/2014/main" id="{905D5813-0B98-1808-4947-70EDC8416210}"/>
              </a:ext>
            </a:extLst>
          </p:cNvPr>
          <p:cNvSpPr txBox="1"/>
          <p:nvPr/>
        </p:nvSpPr>
        <p:spPr>
          <a:xfrm>
            <a:off x="4571896" y="2384520"/>
            <a:ext cx="3048208" cy="58477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cs typeface="Segoe UI" panose="020B0502040204020203" pitchFamily="34" charset="0"/>
              </a:rPr>
              <a:t>Responsibly unlock value creation from data</a:t>
            </a:r>
          </a:p>
        </p:txBody>
      </p:sp>
      <p:sp>
        <p:nvSpPr>
          <p:cNvPr id="16" name="Freeform 50">
            <a:extLst>
              <a:ext uri="{FF2B5EF4-FFF2-40B4-BE49-F238E27FC236}">
                <a16:creationId xmlns:a16="http://schemas.microsoft.com/office/drawing/2014/main" id="{6640EB17-CE13-0762-5E62-49A4B98BE6AD}"/>
              </a:ext>
            </a:extLst>
          </p:cNvPr>
          <p:cNvSpPr/>
          <p:nvPr/>
        </p:nvSpPr>
        <p:spPr>
          <a:xfrm>
            <a:off x="4494164" y="1791665"/>
            <a:ext cx="3203673" cy="402336"/>
          </a:xfrm>
          <a:prstGeom prst="roundRect">
            <a:avLst>
              <a:gd name="adj" fmla="val 50000"/>
            </a:avLst>
          </a:prstGeom>
          <a:gradFill>
            <a:gsLst>
              <a:gs pos="99000">
                <a:srgbClr val="49C4B0"/>
              </a:gs>
              <a:gs pos="0">
                <a:srgbClr val="6DD0C0"/>
              </a:gs>
            </a:gsLst>
            <a:lin ang="0" scaled="0"/>
          </a:gra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chemeClr val="bg1"/>
                </a:solidFill>
                <a:effectLst/>
                <a:uLnTx/>
                <a:uFillTx/>
                <a:latin typeface="Segoe UI Semibold"/>
                <a:ea typeface="+mn-ea"/>
                <a:cs typeface="+mn-cs"/>
              </a:rPr>
              <a:t>DATA GOVERNANCE</a:t>
            </a:r>
          </a:p>
        </p:txBody>
      </p:sp>
      <p:cxnSp>
        <p:nvCxnSpPr>
          <p:cNvPr id="17" name="Straight Connector 16">
            <a:extLst>
              <a:ext uri="{FF2B5EF4-FFF2-40B4-BE49-F238E27FC236}">
                <a16:creationId xmlns:a16="http://schemas.microsoft.com/office/drawing/2014/main" id="{32415EC8-E63A-5C22-9733-26C034DF02F9}"/>
              </a:ext>
              <a:ext uri="{C183D7F6-B498-43B3-948B-1728B52AA6E4}">
                <adec:decorative xmlns:adec="http://schemas.microsoft.com/office/drawing/2017/decorative" val="1"/>
              </a:ext>
            </a:extLst>
          </p:cNvPr>
          <p:cNvCxnSpPr>
            <a:cxnSpLocks/>
          </p:cNvCxnSpPr>
          <p:nvPr/>
        </p:nvCxnSpPr>
        <p:spPr>
          <a:xfrm>
            <a:off x="4445260" y="3159814"/>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94A8E7DB-391F-569D-1F24-BAEFB6FBEEB7}"/>
              </a:ext>
            </a:extLst>
          </p:cNvPr>
          <p:cNvSpPr txBox="1">
            <a:spLocks/>
          </p:cNvSpPr>
          <p:nvPr/>
        </p:nvSpPr>
        <p:spPr>
          <a:xfrm>
            <a:off x="8013411" y="3386996"/>
            <a:ext cx="3387096" cy="1384995"/>
          </a:xfrm>
          <a:prstGeom prst="rect">
            <a:avLst/>
          </a:prstGeom>
        </p:spPr>
        <p:txBody>
          <a:bodyPr vert="horz" wrap="square" lIns="0" tIns="0" rIns="0" bIns="0" rtlCol="0" anchor="t">
            <a:spAutoFit/>
          </a:bodyPr>
          <a:lstStyle>
            <a:lvl1pPr marL="0" marR="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j-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Compliance Manager</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eDiscovery and Audit</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Communication Compliance</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Data Lifecycle Management </a:t>
            </a:r>
          </a:p>
          <a:p>
            <a:pPr marL="0" marR="0" lvl="0" indent="0" algn="ctr" defTabSz="932563" rtl="0" eaLnBrk="1" fontAlgn="auto" latinLnBrk="0" hangingPunct="1">
              <a:lnSpc>
                <a:spcPct val="100000"/>
              </a:lnSpc>
              <a:spcBef>
                <a:spcPts val="300"/>
              </a:spcBef>
              <a:spcAft>
                <a:spcPts val="0"/>
              </a:spcAft>
              <a:buClrTx/>
              <a:buSzPct val="90000"/>
              <a:buFont typeface="Wingdings" panose="05000000000000000000" pitchFamily="2" charset="2"/>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rPr>
              <a:t>Records Management</a:t>
            </a:r>
          </a:p>
        </p:txBody>
      </p:sp>
      <p:sp>
        <p:nvSpPr>
          <p:cNvPr id="20" name="TextBox 19">
            <a:extLst>
              <a:ext uri="{FF2B5EF4-FFF2-40B4-BE49-F238E27FC236}">
                <a16:creationId xmlns:a16="http://schemas.microsoft.com/office/drawing/2014/main" id="{49879014-81B0-41E9-1EEE-3DE2C2234DD6}"/>
              </a:ext>
            </a:extLst>
          </p:cNvPr>
          <p:cNvSpPr txBox="1"/>
          <p:nvPr/>
        </p:nvSpPr>
        <p:spPr>
          <a:xfrm>
            <a:off x="8182855" y="2384520"/>
            <a:ext cx="3048208" cy="58477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FFFDF9"/>
                </a:solidFill>
                <a:effectLst/>
                <a:uLnTx/>
                <a:uFillTx/>
                <a:latin typeface="Segoe UI" panose="020B0502040204020203" pitchFamily="34" charset="0"/>
                <a:cs typeface="Segoe UI" panose="020B0502040204020203" pitchFamily="34" charset="0"/>
              </a:rPr>
              <a:t>Manage critical risks and regulatory requirements</a:t>
            </a:r>
          </a:p>
        </p:txBody>
      </p:sp>
      <p:sp>
        <p:nvSpPr>
          <p:cNvPr id="21" name="Freeform 51">
            <a:extLst>
              <a:ext uri="{FF2B5EF4-FFF2-40B4-BE49-F238E27FC236}">
                <a16:creationId xmlns:a16="http://schemas.microsoft.com/office/drawing/2014/main" id="{C08B6FC8-1FA1-40EB-9791-16DEAB88A652}"/>
              </a:ext>
            </a:extLst>
          </p:cNvPr>
          <p:cNvSpPr/>
          <p:nvPr/>
        </p:nvSpPr>
        <p:spPr>
          <a:xfrm>
            <a:off x="8106759" y="1791665"/>
            <a:ext cx="3200400" cy="402336"/>
          </a:xfrm>
          <a:prstGeom prst="roundRect">
            <a:avLst>
              <a:gd name="adj" fmla="val 50000"/>
            </a:avLst>
          </a:prstGeom>
          <a:solidFill>
            <a:srgbClr val="00206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srgbClr val="FFFFFF"/>
                </a:solidFill>
                <a:effectLst/>
                <a:uLnTx/>
                <a:uFillTx/>
                <a:latin typeface="Segoe UI Semibold"/>
                <a:ea typeface="+mn-ea"/>
                <a:cs typeface="+mn-cs"/>
              </a:rPr>
              <a:t>DATA COMPLIANCE</a:t>
            </a:r>
          </a:p>
        </p:txBody>
      </p:sp>
      <p:cxnSp>
        <p:nvCxnSpPr>
          <p:cNvPr id="22" name="Straight Connector 21">
            <a:extLst>
              <a:ext uri="{FF2B5EF4-FFF2-40B4-BE49-F238E27FC236}">
                <a16:creationId xmlns:a16="http://schemas.microsoft.com/office/drawing/2014/main" id="{E4D04B80-9F04-BD5B-9D2A-129E6D30711A}"/>
              </a:ext>
              <a:ext uri="{C183D7F6-B498-43B3-948B-1728B52AA6E4}">
                <adec:decorative xmlns:adec="http://schemas.microsoft.com/office/drawing/2017/decorative" val="1"/>
              </a:ext>
            </a:extLst>
          </p:cNvPr>
          <p:cNvCxnSpPr>
            <a:cxnSpLocks/>
          </p:cNvCxnSpPr>
          <p:nvPr/>
        </p:nvCxnSpPr>
        <p:spPr>
          <a:xfrm>
            <a:off x="8070554" y="3159814"/>
            <a:ext cx="3305768"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95A3F8F2-051D-726B-E348-84BF09954EC4}"/>
              </a:ext>
            </a:extLst>
          </p:cNvPr>
          <p:cNvSpPr/>
          <p:nvPr/>
        </p:nvSpPr>
        <p:spPr>
          <a:xfrm>
            <a:off x="4366075" y="1569626"/>
            <a:ext cx="3464032" cy="3319572"/>
          </a:xfrm>
          <a:prstGeom prst="roundRect">
            <a:avLst>
              <a:gd name="adj" fmla="val 3201"/>
            </a:avLst>
          </a:prstGeom>
          <a:no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33" name="Group 32">
            <a:extLst>
              <a:ext uri="{FF2B5EF4-FFF2-40B4-BE49-F238E27FC236}">
                <a16:creationId xmlns:a16="http://schemas.microsoft.com/office/drawing/2014/main" id="{4801D596-E89E-5000-431B-44C6EDB7626F}"/>
              </a:ext>
            </a:extLst>
          </p:cNvPr>
          <p:cNvGrpSpPr/>
          <p:nvPr/>
        </p:nvGrpSpPr>
        <p:grpSpPr>
          <a:xfrm>
            <a:off x="798206" y="5106599"/>
            <a:ext cx="10578117" cy="492982"/>
            <a:chOff x="798206" y="5106599"/>
            <a:chExt cx="10578117" cy="492982"/>
          </a:xfrm>
        </p:grpSpPr>
        <p:sp>
          <p:nvSpPr>
            <p:cNvPr id="24" name="Rectangle: Rounded Corners 23">
              <a:extLst>
                <a:ext uri="{FF2B5EF4-FFF2-40B4-BE49-F238E27FC236}">
                  <a16:creationId xmlns:a16="http://schemas.microsoft.com/office/drawing/2014/main" id="{6EE991D2-3E84-9C02-7DD7-E90823F4C645}"/>
                </a:ext>
              </a:extLst>
            </p:cNvPr>
            <p:cNvSpPr/>
            <p:nvPr/>
          </p:nvSpPr>
          <p:spPr bwMode="auto">
            <a:xfrm>
              <a:off x="7758325" y="5106599"/>
              <a:ext cx="3617998" cy="492981"/>
            </a:xfrm>
            <a:prstGeom prst="roundRect">
              <a:avLst>
                <a:gd name="adj" fmla="val 50000"/>
              </a:avLst>
            </a:prstGeom>
            <a:solidFill>
              <a:schemeClr val="bg1"/>
            </a:solidFill>
            <a:ln w="28575" cap="flat" cmpd="sng" algn="ctr">
              <a:solidFill>
                <a:srgbClr val="FFFDF9"/>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FFFDF9"/>
                  </a:solidFill>
                  <a:effectLst/>
                  <a:uLnTx/>
                  <a:uFillTx/>
                  <a:latin typeface="Segoe UI Semibold"/>
                  <a:ea typeface="+mn-ea"/>
                  <a:cs typeface="+mn-cs"/>
                </a:rPr>
                <a:t>        Microsoft and Multi-cloud</a:t>
              </a:r>
            </a:p>
          </p:txBody>
        </p:sp>
        <p:sp>
          <p:nvSpPr>
            <p:cNvPr id="25" name="Rectangle: Rounded Corners 24">
              <a:extLst>
                <a:ext uri="{FF2B5EF4-FFF2-40B4-BE49-F238E27FC236}">
                  <a16:creationId xmlns:a16="http://schemas.microsoft.com/office/drawing/2014/main" id="{7A73420D-0CD5-3983-BB3A-8FBC23308B91}"/>
                </a:ext>
              </a:extLst>
            </p:cNvPr>
            <p:cNvSpPr/>
            <p:nvPr/>
          </p:nvSpPr>
          <p:spPr bwMode="auto">
            <a:xfrm>
              <a:off x="798206" y="5106600"/>
              <a:ext cx="3599914" cy="492981"/>
            </a:xfrm>
            <a:prstGeom prst="roundRect">
              <a:avLst>
                <a:gd name="adj" fmla="val 50000"/>
              </a:avLst>
            </a:prstGeom>
            <a:solidFill>
              <a:schemeClr val="bg1"/>
            </a:solidFill>
            <a:ln w="28575" cap="flat" cmpd="sng" algn="ctr">
              <a:solidFill>
                <a:srgbClr val="FFFDF9"/>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FFFDF9"/>
                  </a:solidFill>
                  <a:effectLst/>
                  <a:uLnTx/>
                  <a:uFillTx/>
                  <a:latin typeface="Segoe UI Semibold"/>
                  <a:ea typeface="+mn-ea"/>
                  <a:cs typeface="+mn-cs"/>
                </a:rPr>
                <a:t>   Unstructured &amp; Structured data</a:t>
              </a:r>
            </a:p>
          </p:txBody>
        </p:sp>
        <p:sp>
          <p:nvSpPr>
            <p:cNvPr id="23" name="Rectangle: Rounded Corners 22">
              <a:extLst>
                <a:ext uri="{FF2B5EF4-FFF2-40B4-BE49-F238E27FC236}">
                  <a16:creationId xmlns:a16="http://schemas.microsoft.com/office/drawing/2014/main" id="{6F0AC573-02E6-82D7-F358-F0BF672A4DE4}"/>
                </a:ext>
              </a:extLst>
            </p:cNvPr>
            <p:cNvSpPr/>
            <p:nvPr/>
          </p:nvSpPr>
          <p:spPr bwMode="auto">
            <a:xfrm>
              <a:off x="3982574" y="5106600"/>
              <a:ext cx="4200728" cy="492981"/>
            </a:xfrm>
            <a:prstGeom prst="roundRect">
              <a:avLst>
                <a:gd name="adj" fmla="val 50000"/>
              </a:avLst>
            </a:prstGeom>
            <a:solidFill>
              <a:schemeClr val="accent2">
                <a:lumMod val="60000"/>
                <a:lumOff val="40000"/>
              </a:schemeClr>
            </a:solidFill>
            <a:ln w="28575" cap="flat" cmpd="sng" algn="ctr">
              <a:solidFill>
                <a:srgbClr val="FFFDF9"/>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bg1"/>
                  </a:solidFill>
                  <a:effectLst/>
                  <a:uLnTx/>
                  <a:uFillTx/>
                  <a:latin typeface="Segoe UI Semibold"/>
                  <a:ea typeface="+mn-ea"/>
                  <a:cs typeface="+mn-cs"/>
                </a:rPr>
                <a:t>Traditional and AI generated data</a:t>
              </a:r>
            </a:p>
          </p:txBody>
        </p:sp>
      </p:grpSp>
    </p:spTree>
    <p:extLst>
      <p:ext uri="{BB962C8B-B14F-4D97-AF65-F5344CB8AC3E}">
        <p14:creationId xmlns:p14="http://schemas.microsoft.com/office/powerpoint/2010/main" val="339891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73D5811-84C3-8C80-3E72-2ED3FAEE1C9B}"/>
              </a:ext>
            </a:extLst>
          </p:cNvPr>
          <p:cNvSpPr/>
          <p:nvPr/>
        </p:nvSpPr>
        <p:spPr>
          <a:xfrm>
            <a:off x="8017558" y="893295"/>
            <a:ext cx="3641238" cy="5272687"/>
          </a:xfrm>
          <a:prstGeom prst="roundRect">
            <a:avLst>
              <a:gd name="adj" fmla="val 2392"/>
            </a:avLst>
          </a:prstGeom>
          <a:solidFill>
            <a:schemeClr val="accent2">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6" name="Rectangle: Rounded Corners 5">
            <a:extLst>
              <a:ext uri="{FF2B5EF4-FFF2-40B4-BE49-F238E27FC236}">
                <a16:creationId xmlns:a16="http://schemas.microsoft.com/office/drawing/2014/main" id="{2FD6A18C-5B69-13C9-2514-AED3D3B34D25}"/>
              </a:ext>
            </a:extLst>
          </p:cNvPr>
          <p:cNvSpPr/>
          <p:nvPr/>
        </p:nvSpPr>
        <p:spPr>
          <a:xfrm>
            <a:off x="3978762" y="867274"/>
            <a:ext cx="3641238" cy="5272687"/>
          </a:xfrm>
          <a:prstGeom prst="roundRect">
            <a:avLst>
              <a:gd name="adj" fmla="val 2392"/>
            </a:avLst>
          </a:prstGeom>
          <a:solidFill>
            <a:schemeClr val="accent2">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2" name="Rectangle: Rounded Corners 1">
            <a:extLst>
              <a:ext uri="{FF2B5EF4-FFF2-40B4-BE49-F238E27FC236}">
                <a16:creationId xmlns:a16="http://schemas.microsoft.com/office/drawing/2014/main" id="{7C570F96-8D2D-E0C8-194E-3CC6A4BC3D55}"/>
              </a:ext>
            </a:extLst>
          </p:cNvPr>
          <p:cNvSpPr/>
          <p:nvPr/>
        </p:nvSpPr>
        <p:spPr>
          <a:xfrm>
            <a:off x="203538" y="867275"/>
            <a:ext cx="3561470" cy="5272687"/>
          </a:xfrm>
          <a:prstGeom prst="roundRect">
            <a:avLst>
              <a:gd name="adj" fmla="val 2392"/>
            </a:avLst>
          </a:prstGeom>
          <a:solidFill>
            <a:schemeClr val="accent2">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4" name="Title 21">
            <a:extLst>
              <a:ext uri="{FF2B5EF4-FFF2-40B4-BE49-F238E27FC236}">
                <a16:creationId xmlns:a16="http://schemas.microsoft.com/office/drawing/2014/main" id="{225B06C8-4637-652B-DD26-3035AA177FDB}"/>
              </a:ext>
            </a:extLst>
          </p:cNvPr>
          <p:cNvSpPr txBox="1">
            <a:spLocks/>
          </p:cNvSpPr>
          <p:nvPr/>
        </p:nvSpPr>
        <p:spPr>
          <a:xfrm>
            <a:off x="882870" y="243497"/>
            <a:ext cx="11064240" cy="4977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0" i="0" u="none" strike="noStrike" kern="1200" cap="none" spc="-50" normalizeH="0" baseline="0" noProof="0">
                <a:ln w="3175">
                  <a:noFill/>
                </a:ln>
                <a:solidFill>
                  <a:srgbClr val="071731"/>
                </a:solidFill>
                <a:effectLst/>
                <a:uLnTx/>
                <a:uFillTx/>
                <a:latin typeface="Segoe Sans Text"/>
                <a:ea typeface="+mj-ea"/>
                <a:cs typeface="Segoe Sans Text"/>
              </a:rPr>
              <a:t>Principled for a modern data governance practice​</a:t>
            </a:r>
          </a:p>
        </p:txBody>
      </p:sp>
      <p:pic>
        <p:nvPicPr>
          <p:cNvPr id="5" name="Picture 4">
            <a:extLst>
              <a:ext uri="{FF2B5EF4-FFF2-40B4-BE49-F238E27FC236}">
                <a16:creationId xmlns:a16="http://schemas.microsoft.com/office/drawing/2014/main" id="{5ACC886C-21F9-ACBE-FA3D-1DED23D258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44890" y="180975"/>
            <a:ext cx="514362" cy="514362"/>
          </a:xfrm>
          <a:prstGeom prst="rect">
            <a:avLst/>
          </a:prstGeom>
        </p:spPr>
      </p:pic>
      <p:sp>
        <p:nvSpPr>
          <p:cNvPr id="23" name="Rectangle: Rounded Corners 22">
            <a:extLst>
              <a:ext uri="{FF2B5EF4-FFF2-40B4-BE49-F238E27FC236}">
                <a16:creationId xmlns:a16="http://schemas.microsoft.com/office/drawing/2014/main" id="{BAAB6AC7-E364-1DE3-8F82-3E5426D383F8}"/>
              </a:ext>
            </a:extLst>
          </p:cNvPr>
          <p:cNvSpPr/>
          <p:nvPr/>
        </p:nvSpPr>
        <p:spPr>
          <a:xfrm>
            <a:off x="275245" y="1089017"/>
            <a:ext cx="3378926" cy="461665"/>
          </a:xfrm>
          <a:prstGeom prst="roundRect">
            <a:avLst/>
          </a:prstGeom>
          <a:solidFill>
            <a:schemeClr val="accent2">
              <a:lumMod val="75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a:ea typeface="+mn-ea"/>
                <a:cs typeface="+mn-cs"/>
              </a:rPr>
              <a:t>Principles</a:t>
            </a:r>
          </a:p>
        </p:txBody>
      </p:sp>
      <p:sp>
        <p:nvSpPr>
          <p:cNvPr id="24" name="Rectangle: Rounded Corners 23">
            <a:extLst>
              <a:ext uri="{FF2B5EF4-FFF2-40B4-BE49-F238E27FC236}">
                <a16:creationId xmlns:a16="http://schemas.microsoft.com/office/drawing/2014/main" id="{DA58B0CD-0512-0D47-B889-27556EF58435}"/>
              </a:ext>
            </a:extLst>
          </p:cNvPr>
          <p:cNvSpPr/>
          <p:nvPr/>
        </p:nvSpPr>
        <p:spPr>
          <a:xfrm>
            <a:off x="4089599" y="1089017"/>
            <a:ext cx="3378926" cy="461665"/>
          </a:xfrm>
          <a:prstGeom prst="roundRect">
            <a:avLst/>
          </a:prstGeom>
          <a:solidFill>
            <a:schemeClr val="accent2">
              <a:lumMod val="5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a:ea typeface="+mn-ea"/>
                <a:cs typeface="+mn-cs"/>
              </a:rPr>
              <a:t>Practice</a:t>
            </a:r>
          </a:p>
        </p:txBody>
      </p:sp>
      <p:sp>
        <p:nvSpPr>
          <p:cNvPr id="25" name="Rectangle: Rounded Corners 24">
            <a:extLst>
              <a:ext uri="{FF2B5EF4-FFF2-40B4-BE49-F238E27FC236}">
                <a16:creationId xmlns:a16="http://schemas.microsoft.com/office/drawing/2014/main" id="{7CB45C30-4FDF-C335-4401-FB3E15DE030E}"/>
              </a:ext>
            </a:extLst>
          </p:cNvPr>
          <p:cNvSpPr/>
          <p:nvPr/>
        </p:nvSpPr>
        <p:spPr>
          <a:xfrm>
            <a:off x="8108605" y="1089017"/>
            <a:ext cx="3466707" cy="461665"/>
          </a:xfrm>
          <a:prstGeom prst="roundRect">
            <a:avLst/>
          </a:prstGeom>
          <a:solidFill>
            <a:schemeClr val="accent2">
              <a:lumMod val="75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a:ea typeface="+mn-ea"/>
                <a:cs typeface="+mn-cs"/>
              </a:rPr>
              <a:t>Pricing</a:t>
            </a:r>
          </a:p>
        </p:txBody>
      </p:sp>
      <p:sp>
        <p:nvSpPr>
          <p:cNvPr id="26" name="Rectangle: Rounded Corners 25">
            <a:extLst>
              <a:ext uri="{FF2B5EF4-FFF2-40B4-BE49-F238E27FC236}">
                <a16:creationId xmlns:a16="http://schemas.microsoft.com/office/drawing/2014/main" id="{DDFD9A58-0EC8-0FC0-CD1C-CF487EB5936F}"/>
              </a:ext>
            </a:extLst>
          </p:cNvPr>
          <p:cNvSpPr/>
          <p:nvPr/>
        </p:nvSpPr>
        <p:spPr>
          <a:xfrm>
            <a:off x="275245" y="1982521"/>
            <a:ext cx="3378926" cy="629183"/>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Segoe UI"/>
                <a:ea typeface="+mn-ea"/>
                <a:cs typeface="+mn-cs"/>
              </a:rPr>
              <a:t>Fair Market Value</a:t>
            </a:r>
          </a:p>
        </p:txBody>
      </p:sp>
      <p:sp>
        <p:nvSpPr>
          <p:cNvPr id="27" name="Rectangle: Rounded Corners 26">
            <a:extLst>
              <a:ext uri="{FF2B5EF4-FFF2-40B4-BE49-F238E27FC236}">
                <a16:creationId xmlns:a16="http://schemas.microsoft.com/office/drawing/2014/main" id="{D29B3912-0B65-8F5A-2A41-0965FAAE32B1}"/>
              </a:ext>
            </a:extLst>
          </p:cNvPr>
          <p:cNvSpPr/>
          <p:nvPr/>
        </p:nvSpPr>
        <p:spPr>
          <a:xfrm>
            <a:off x="275245" y="2993476"/>
            <a:ext cx="3378926" cy="629183"/>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chemeClr val="bg1"/>
                </a:solidFill>
                <a:effectLst/>
                <a:uLnTx/>
                <a:uFillTx/>
                <a:latin typeface="Segoe UI"/>
                <a:ea typeface="+mn-ea"/>
                <a:cs typeface="+mn-cs"/>
              </a:rPr>
              <a:t>Consumption based</a:t>
            </a:r>
          </a:p>
        </p:txBody>
      </p:sp>
      <p:sp>
        <p:nvSpPr>
          <p:cNvPr id="28" name="Rectangle: Rounded Corners 27">
            <a:extLst>
              <a:ext uri="{FF2B5EF4-FFF2-40B4-BE49-F238E27FC236}">
                <a16:creationId xmlns:a16="http://schemas.microsoft.com/office/drawing/2014/main" id="{1C08B43C-11BD-68A9-3976-E7822923EA50}"/>
              </a:ext>
            </a:extLst>
          </p:cNvPr>
          <p:cNvSpPr/>
          <p:nvPr/>
        </p:nvSpPr>
        <p:spPr>
          <a:xfrm>
            <a:off x="275245" y="4073189"/>
            <a:ext cx="3378926" cy="629184"/>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chemeClr val="bg1"/>
                </a:solidFill>
                <a:effectLst/>
                <a:uLnTx/>
                <a:uFillTx/>
                <a:latin typeface="Segoe UI"/>
                <a:ea typeface="+mn-ea"/>
                <a:cs typeface="+mn-cs"/>
              </a:rPr>
              <a:t>Customer in control</a:t>
            </a:r>
          </a:p>
        </p:txBody>
      </p:sp>
      <p:sp>
        <p:nvSpPr>
          <p:cNvPr id="29" name="Rectangle: Rounded Corners 28">
            <a:extLst>
              <a:ext uri="{FF2B5EF4-FFF2-40B4-BE49-F238E27FC236}">
                <a16:creationId xmlns:a16="http://schemas.microsoft.com/office/drawing/2014/main" id="{36DE336D-4B7B-90C0-84BB-49167CBDA94A}"/>
              </a:ext>
            </a:extLst>
          </p:cNvPr>
          <p:cNvSpPr/>
          <p:nvPr/>
        </p:nvSpPr>
        <p:spPr>
          <a:xfrm>
            <a:off x="275245" y="5105316"/>
            <a:ext cx="3378926" cy="629184"/>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chemeClr val="bg1"/>
                </a:solidFill>
                <a:effectLst/>
                <a:uLnTx/>
                <a:uFillTx/>
                <a:latin typeface="Segoe UI"/>
                <a:ea typeface="+mn-ea"/>
                <a:cs typeface="+mn-cs"/>
              </a:rPr>
              <a:t>Transparent and Explainable</a:t>
            </a:r>
          </a:p>
        </p:txBody>
      </p:sp>
      <p:sp>
        <p:nvSpPr>
          <p:cNvPr id="30" name="Rectangle: Rounded Corners 29">
            <a:extLst>
              <a:ext uri="{FF2B5EF4-FFF2-40B4-BE49-F238E27FC236}">
                <a16:creationId xmlns:a16="http://schemas.microsoft.com/office/drawing/2014/main" id="{2C8B5DC8-DD78-5602-6492-33274F088B11}"/>
              </a:ext>
            </a:extLst>
          </p:cNvPr>
          <p:cNvSpPr/>
          <p:nvPr/>
        </p:nvSpPr>
        <p:spPr>
          <a:xfrm>
            <a:off x="4089599" y="1876198"/>
            <a:ext cx="3378926" cy="4056770"/>
          </a:xfrm>
          <a:prstGeom prst="roundRect">
            <a:avLst/>
          </a:prstGeom>
          <a:solidFill>
            <a:schemeClr val="accent2">
              <a:lumMod val="50000"/>
            </a:schemeClr>
          </a:solidFill>
          <a:ln w="10795" cap="flat" cmpd="sng" algn="ctr">
            <a:noFill/>
            <a:prstDash val="solid"/>
          </a:ln>
          <a:effectLst/>
        </p:spPr>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DF9"/>
                </a:solidFill>
                <a:effectLst/>
                <a:uLnTx/>
                <a:uFillTx/>
                <a:latin typeface="Segoe UI"/>
                <a:ea typeface="+mn-ea"/>
                <a:cs typeface="+mn-cs"/>
              </a:rPr>
              <a:t>Data Estate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DF9"/>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DF9"/>
              </a:solidFill>
              <a:effectLst/>
              <a:uLnTx/>
              <a:uFillTx/>
              <a:latin typeface="Segoe UI"/>
              <a:ea typeface="+mn-ea"/>
              <a:cs typeface="+mn-cs"/>
            </a:endParaRPr>
          </a:p>
        </p:txBody>
      </p:sp>
      <p:sp>
        <p:nvSpPr>
          <p:cNvPr id="31" name="Right Brace 30">
            <a:extLst>
              <a:ext uri="{FF2B5EF4-FFF2-40B4-BE49-F238E27FC236}">
                <a16:creationId xmlns:a16="http://schemas.microsoft.com/office/drawing/2014/main" id="{6E9DEEF9-40A7-D2FA-528D-77E631DE51ED}"/>
              </a:ext>
            </a:extLst>
          </p:cNvPr>
          <p:cNvSpPr/>
          <p:nvPr/>
        </p:nvSpPr>
        <p:spPr>
          <a:xfrm>
            <a:off x="3654171" y="2299509"/>
            <a:ext cx="435428" cy="3187337"/>
          </a:xfrm>
          <a:prstGeom prst="rightBrace">
            <a:avLst/>
          </a:prstGeom>
          <a:noFill/>
          <a:ln w="10795"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mn-cs"/>
            </a:endParaRPr>
          </a:p>
        </p:txBody>
      </p:sp>
      <p:sp>
        <p:nvSpPr>
          <p:cNvPr id="32" name="Rectangle: Rounded Corners 31">
            <a:extLst>
              <a:ext uri="{FF2B5EF4-FFF2-40B4-BE49-F238E27FC236}">
                <a16:creationId xmlns:a16="http://schemas.microsoft.com/office/drawing/2014/main" id="{C4CF8D14-52E5-8297-3CA5-DEA33D14A624}"/>
              </a:ext>
            </a:extLst>
          </p:cNvPr>
          <p:cNvSpPr/>
          <p:nvPr/>
        </p:nvSpPr>
        <p:spPr>
          <a:xfrm>
            <a:off x="8108605" y="1964326"/>
            <a:ext cx="3459146" cy="1715037"/>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sng" strike="noStrike" kern="0" cap="none" spc="0" normalizeH="0" baseline="0" noProof="0" dirty="0">
                <a:ln>
                  <a:noFill/>
                </a:ln>
                <a:solidFill>
                  <a:schemeClr val="bg1"/>
                </a:solidFill>
                <a:effectLst/>
                <a:uLnTx/>
                <a:uFillTx/>
                <a:latin typeface="Segoe UI"/>
                <a:ea typeface="+mn-ea"/>
                <a:cs typeface="+mn-cs"/>
              </a:rPr>
              <a:t>Data Catalog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sng" strike="noStrike" kern="0" cap="none" spc="0" normalizeH="0" baseline="0" noProof="0" dirty="0">
              <a:ln>
                <a:noFill/>
              </a:ln>
              <a:solidFill>
                <a:schemeClr val="bg1"/>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Segoe UI"/>
                <a:ea typeface="+mn-ea"/>
                <a:cs typeface="+mn-cs"/>
              </a:rPr>
              <a:t>Data Curation, Discovery,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Segoe UI"/>
                <a:ea typeface="+mn-ea"/>
                <a:cs typeface="+mn-cs"/>
              </a:rPr>
              <a:t>Governed access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chemeClr val="bg1"/>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Segoe UI"/>
                <a:ea typeface="+mn-ea"/>
                <a:cs typeface="+mn-cs"/>
              </a:rPr>
              <a:t>$0.50 </a:t>
            </a:r>
            <a:r>
              <a:rPr kumimoji="0" lang="en-US" sz="1400" b="0" i="0" u="none" strike="noStrike" kern="0" cap="none" spc="0" normalizeH="0" baseline="0" noProof="0" dirty="0">
                <a:ln>
                  <a:noFill/>
                </a:ln>
                <a:solidFill>
                  <a:schemeClr val="bg1"/>
                </a:solidFill>
                <a:effectLst/>
                <a:uLnTx/>
                <a:uFillTx/>
                <a:latin typeface="Segoe UI"/>
                <a:ea typeface="+mn-ea"/>
                <a:cs typeface="+mn-cs"/>
              </a:rPr>
              <a:t>per </a:t>
            </a:r>
            <a:r>
              <a:rPr kumimoji="0" lang="en-US" sz="1400" b="1" i="0" u="none" strike="noStrike" kern="0" cap="none" spc="0" normalizeH="0" baseline="0" noProof="0" dirty="0">
                <a:ln>
                  <a:noFill/>
                </a:ln>
                <a:solidFill>
                  <a:schemeClr val="bg1"/>
                </a:solidFill>
                <a:effectLst/>
                <a:uLnTx/>
                <a:uFillTx/>
                <a:latin typeface="Segoe UI"/>
                <a:ea typeface="+mn-ea"/>
                <a:cs typeface="+mn-cs"/>
              </a:rPr>
              <a:t>Unique</a:t>
            </a:r>
            <a:r>
              <a:rPr kumimoji="0" lang="en-US" sz="1400" b="0" i="0" u="none" strike="noStrike" kern="0" cap="none" spc="0" normalizeH="0" baseline="0" noProof="0" dirty="0">
                <a:ln>
                  <a:noFill/>
                </a:ln>
                <a:solidFill>
                  <a:schemeClr val="bg1"/>
                </a:solidFill>
                <a:effectLst/>
                <a:uLnTx/>
                <a:uFillTx/>
                <a:latin typeface="Segoe UI"/>
                <a:ea typeface="+mn-ea"/>
                <a:cs typeface="+mn-cs"/>
              </a:rPr>
              <a:t> </a:t>
            </a:r>
            <a:r>
              <a:rPr kumimoji="0" lang="en-US" sz="1400" b="1" i="0" u="none" strike="noStrike" kern="0" cap="none" spc="0" normalizeH="0" baseline="0" noProof="0" dirty="0">
                <a:ln>
                  <a:noFill/>
                </a:ln>
                <a:solidFill>
                  <a:schemeClr val="bg1"/>
                </a:solidFill>
                <a:effectLst/>
                <a:uLnTx/>
                <a:uFillTx/>
                <a:latin typeface="Segoe UI"/>
                <a:ea typeface="+mn-ea"/>
                <a:cs typeface="+mn-cs"/>
              </a:rPr>
              <a:t>Governed Asset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chemeClr val="bg1"/>
                </a:solidFill>
                <a:effectLst/>
                <a:uLnTx/>
                <a:uFillTx/>
                <a:latin typeface="Segoe UI"/>
                <a:ea typeface="+mn-ea"/>
                <a:cs typeface="+mn-cs"/>
              </a:rPr>
              <a:t>per Month</a:t>
            </a:r>
          </a:p>
        </p:txBody>
      </p:sp>
      <p:sp>
        <p:nvSpPr>
          <p:cNvPr id="33" name="Rectangle: Rounded Corners 32">
            <a:extLst>
              <a:ext uri="{FF2B5EF4-FFF2-40B4-BE49-F238E27FC236}">
                <a16:creationId xmlns:a16="http://schemas.microsoft.com/office/drawing/2014/main" id="{80F9904A-846B-B665-FB63-57771450678F}"/>
              </a:ext>
            </a:extLst>
          </p:cNvPr>
          <p:cNvSpPr/>
          <p:nvPr/>
        </p:nvSpPr>
        <p:spPr>
          <a:xfrm>
            <a:off x="8108604" y="3877039"/>
            <a:ext cx="3459146" cy="1914169"/>
          </a:xfrm>
          <a:prstGeom prst="roundRect">
            <a:avLst/>
          </a:prstGeom>
          <a:solidFill>
            <a:schemeClr val="accent2">
              <a:lumMod val="60000"/>
              <a:lumOff val="40000"/>
            </a:schemeClr>
          </a:soli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sng" strike="noStrike" kern="0" cap="none" spc="0" normalizeH="0" baseline="0" noProof="0" dirty="0">
                <a:ln>
                  <a:noFill/>
                </a:ln>
                <a:solidFill>
                  <a:schemeClr val="bg1"/>
                </a:solidFill>
                <a:effectLst/>
                <a:uLnTx/>
                <a:uFillTx/>
                <a:latin typeface="Segoe UI"/>
                <a:ea typeface="+mn-ea"/>
                <a:cs typeface="+mn-cs"/>
              </a:rPr>
              <a:t>Data Management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bg1"/>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Segoe UI"/>
                <a:ea typeface="+mn-ea"/>
                <a:cs typeface="+mn-cs"/>
              </a:rPr>
              <a:t>Data Quality, Health Controls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bg1"/>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Segoe UI"/>
                <a:ea typeface="+mn-ea"/>
                <a:cs typeface="+mn-cs"/>
              </a:rPr>
              <a:t>$ </a:t>
            </a:r>
            <a:r>
              <a:rPr kumimoji="0" lang="en-US" sz="1400" b="0" i="0" u="none" strike="noStrike" kern="0" cap="none" spc="0" normalizeH="0" baseline="0" noProof="0" dirty="0">
                <a:ln>
                  <a:noFill/>
                </a:ln>
                <a:solidFill>
                  <a:schemeClr val="bg1"/>
                </a:solidFill>
                <a:effectLst/>
                <a:uLnTx/>
                <a:uFillTx/>
                <a:latin typeface="Segoe UI"/>
                <a:ea typeface="+mn-ea"/>
                <a:cs typeface="+mn-cs"/>
              </a:rPr>
              <a:t>per</a:t>
            </a:r>
            <a:r>
              <a:rPr kumimoji="0" lang="en-US" sz="1400" b="1" i="0" u="none" strike="noStrike" kern="0" cap="none" spc="0" normalizeH="0" baseline="0" noProof="0" dirty="0">
                <a:ln>
                  <a:noFill/>
                </a:ln>
                <a:solidFill>
                  <a:schemeClr val="bg1"/>
                </a:solidFill>
                <a:effectLst/>
                <a:uLnTx/>
                <a:uFillTx/>
                <a:latin typeface="Segoe UI"/>
                <a:ea typeface="+mn-ea"/>
                <a:cs typeface="+mn-cs"/>
              </a:rPr>
              <a:t> DM Processing Unit</a:t>
            </a:r>
            <a:endParaRPr kumimoji="0" lang="en-US" sz="1400" b="0" i="0" u="none" strike="noStrike" kern="0" cap="none" spc="0" normalizeH="0" baseline="0" noProof="0" dirty="0">
              <a:ln>
                <a:noFill/>
              </a:ln>
              <a:solidFill>
                <a:schemeClr val="bg1"/>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bg1"/>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Segoe UI"/>
                <a:ea typeface="+mn-ea"/>
                <a:cs typeface="+mn-cs"/>
              </a:rPr>
              <a:t>Basic</a:t>
            </a:r>
            <a:r>
              <a:rPr kumimoji="0" lang="en-US" sz="1200" b="0" i="0" u="none" strike="noStrike" kern="0" cap="none" spc="0" normalizeH="0" baseline="0" noProof="0" dirty="0">
                <a:ln>
                  <a:noFill/>
                </a:ln>
                <a:solidFill>
                  <a:schemeClr val="bg1"/>
                </a:solidFill>
                <a:effectLst/>
                <a:uLnTx/>
                <a:uFillTx/>
                <a:latin typeface="Segoe UI"/>
                <a:ea typeface="+mn-ea"/>
                <a:cs typeface="+mn-cs"/>
              </a:rPr>
              <a:t> : $15 per processing unit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Segoe UI"/>
                <a:ea typeface="+mn-ea"/>
                <a:cs typeface="+mn-cs"/>
              </a:rPr>
              <a:t>Standard</a:t>
            </a:r>
            <a:r>
              <a:rPr kumimoji="0" lang="en-US" sz="1200" b="0" i="0" u="none" strike="noStrike" kern="0" cap="none" spc="0" normalizeH="0" baseline="0" noProof="0" dirty="0">
                <a:ln>
                  <a:noFill/>
                </a:ln>
                <a:solidFill>
                  <a:schemeClr val="bg1"/>
                </a:solidFill>
                <a:effectLst/>
                <a:uLnTx/>
                <a:uFillTx/>
                <a:latin typeface="Segoe UI"/>
                <a:ea typeface="+mn-ea"/>
                <a:cs typeface="+mn-cs"/>
              </a:rPr>
              <a:t> : $60 per processing unit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Segoe UI"/>
                <a:ea typeface="+mn-ea"/>
                <a:cs typeface="+mn-cs"/>
              </a:rPr>
              <a:t>Advanced</a:t>
            </a:r>
            <a:r>
              <a:rPr kumimoji="0" lang="en-US" sz="1200" b="0" i="0" u="none" strike="noStrike" kern="0" cap="none" spc="0" normalizeH="0" baseline="0" noProof="0" dirty="0">
                <a:ln>
                  <a:noFill/>
                </a:ln>
                <a:solidFill>
                  <a:schemeClr val="bg1"/>
                </a:solidFill>
                <a:effectLst/>
                <a:uLnTx/>
                <a:uFillTx/>
                <a:latin typeface="Segoe UI"/>
                <a:ea typeface="+mn-ea"/>
                <a:cs typeface="+mn-cs"/>
              </a:rPr>
              <a:t> : $240 per processing unit</a:t>
            </a:r>
          </a:p>
        </p:txBody>
      </p:sp>
      <p:sp>
        <p:nvSpPr>
          <p:cNvPr id="34" name="Rectangle 33">
            <a:extLst>
              <a:ext uri="{FF2B5EF4-FFF2-40B4-BE49-F238E27FC236}">
                <a16:creationId xmlns:a16="http://schemas.microsoft.com/office/drawing/2014/main" id="{BBB714F2-C892-D49D-6967-0CF5BEE4390C}"/>
              </a:ext>
            </a:extLst>
          </p:cNvPr>
          <p:cNvSpPr/>
          <p:nvPr/>
        </p:nvSpPr>
        <p:spPr bwMode="auto">
          <a:xfrm>
            <a:off x="4294250" y="4932848"/>
            <a:ext cx="3020950" cy="553998"/>
          </a:xfrm>
          <a:prstGeom prst="rect">
            <a:avLst/>
          </a:prstGeom>
          <a:solidFill>
            <a:schemeClr val="accent2">
              <a:lumMod val="7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Multi-Cloud Data Estate</a:t>
            </a:r>
          </a:p>
        </p:txBody>
      </p:sp>
      <p:sp>
        <p:nvSpPr>
          <p:cNvPr id="35" name="Rectangle 34">
            <a:extLst>
              <a:ext uri="{FF2B5EF4-FFF2-40B4-BE49-F238E27FC236}">
                <a16:creationId xmlns:a16="http://schemas.microsoft.com/office/drawing/2014/main" id="{86EBCBB6-F148-3F0C-F620-9D2DECC47FAA}"/>
              </a:ext>
            </a:extLst>
          </p:cNvPr>
          <p:cNvSpPr/>
          <p:nvPr/>
        </p:nvSpPr>
        <p:spPr bwMode="auto">
          <a:xfrm>
            <a:off x="4294250" y="3847632"/>
            <a:ext cx="3020950" cy="903038"/>
          </a:xfrm>
          <a:prstGeom prst="rect">
            <a:avLst/>
          </a:prstGeom>
          <a:solidFill>
            <a:schemeClr val="accent2">
              <a:lumMod val="60000"/>
              <a:lumOff val="40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Asset Map</a:t>
            </a:r>
            <a:endParaRPr kumimoji="0" lang="en-US" sz="800" b="0" i="0" u="none" strike="noStrike" kern="0" cap="none" spc="0" normalizeH="0" baseline="0" noProof="0">
              <a:ln>
                <a:noFill/>
              </a:ln>
              <a:solidFill>
                <a:schemeClr val="bg1"/>
              </a:solidFill>
              <a:effectLst/>
              <a:uLnTx/>
              <a:uFillTx/>
              <a:latin typeface="Segoe UI"/>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chemeClr val="bg1"/>
                </a:solidFill>
                <a:effectLst/>
                <a:uLnTx/>
                <a:uFillTx/>
                <a:latin typeface="Segoe UI"/>
                <a:ea typeface="Segoe UI" pitchFamily="34" charset="0"/>
                <a:cs typeface="Segoe UI" pitchFamily="34" charset="0"/>
              </a:rPr>
              <a:t>(No $, subsumed)</a:t>
            </a:r>
          </a:p>
        </p:txBody>
      </p:sp>
      <p:sp>
        <p:nvSpPr>
          <p:cNvPr id="36" name="Rectangle 35">
            <a:extLst>
              <a:ext uri="{FF2B5EF4-FFF2-40B4-BE49-F238E27FC236}">
                <a16:creationId xmlns:a16="http://schemas.microsoft.com/office/drawing/2014/main" id="{6551125C-E91B-38E1-48CD-E288D5D34A40}"/>
              </a:ext>
            </a:extLst>
          </p:cNvPr>
          <p:cNvSpPr/>
          <p:nvPr/>
        </p:nvSpPr>
        <p:spPr bwMode="auto">
          <a:xfrm>
            <a:off x="4294250" y="2762417"/>
            <a:ext cx="3020950" cy="903038"/>
          </a:xfrm>
          <a:prstGeom prst="rect">
            <a:avLst/>
          </a:prstGeom>
          <a:solidFill>
            <a:schemeClr val="accent2">
              <a:lumMod val="75000"/>
            </a:schemeClr>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Governed Assets ($)</a:t>
            </a:r>
          </a:p>
        </p:txBody>
      </p:sp>
      <p:cxnSp>
        <p:nvCxnSpPr>
          <p:cNvPr id="37" name="Connector: Elbow 36">
            <a:extLst>
              <a:ext uri="{FF2B5EF4-FFF2-40B4-BE49-F238E27FC236}">
                <a16:creationId xmlns:a16="http://schemas.microsoft.com/office/drawing/2014/main" id="{7F9F40D7-50F6-50D5-71D2-0074DC5E3B63}"/>
              </a:ext>
            </a:extLst>
          </p:cNvPr>
          <p:cNvCxnSpPr>
            <a:cxnSpLocks/>
            <a:stCxn id="36" idx="3"/>
            <a:endCxn id="32" idx="1"/>
          </p:cNvCxnSpPr>
          <p:nvPr/>
        </p:nvCxnSpPr>
        <p:spPr>
          <a:xfrm flipV="1">
            <a:off x="7315200" y="2821845"/>
            <a:ext cx="793405" cy="392091"/>
          </a:xfrm>
          <a:prstGeom prst="bentConnector3">
            <a:avLst/>
          </a:prstGeom>
          <a:noFill/>
          <a:ln w="9525" cap="flat" cmpd="sng" algn="ctr">
            <a:solidFill>
              <a:srgbClr val="FFFFFF"/>
            </a:solidFill>
            <a:prstDash val="solid"/>
            <a:headEnd type="none" w="lg" len="med"/>
            <a:tailEnd type="triangle"/>
          </a:ln>
          <a:effectLst/>
        </p:spPr>
      </p:cxnSp>
      <p:cxnSp>
        <p:nvCxnSpPr>
          <p:cNvPr id="38" name="Connector: Elbow 37">
            <a:extLst>
              <a:ext uri="{FF2B5EF4-FFF2-40B4-BE49-F238E27FC236}">
                <a16:creationId xmlns:a16="http://schemas.microsoft.com/office/drawing/2014/main" id="{3100D456-9B0F-9C18-E4C1-933B4D566E6E}"/>
              </a:ext>
            </a:extLst>
          </p:cNvPr>
          <p:cNvCxnSpPr>
            <a:cxnSpLocks/>
            <a:stCxn id="36" idx="3"/>
            <a:endCxn id="33" idx="1"/>
          </p:cNvCxnSpPr>
          <p:nvPr/>
        </p:nvCxnSpPr>
        <p:spPr>
          <a:xfrm>
            <a:off x="7315200" y="3213936"/>
            <a:ext cx="793404" cy="1620188"/>
          </a:xfrm>
          <a:prstGeom prst="bentConnector3">
            <a:avLst/>
          </a:prstGeom>
          <a:noFill/>
          <a:ln w="9525" cap="flat" cmpd="sng" algn="ctr">
            <a:solidFill>
              <a:srgbClr val="FFFFFF"/>
            </a:solidFill>
            <a:prstDash val="solid"/>
            <a:headEnd type="none" w="lg" len="med"/>
            <a:tailEnd type="triangle"/>
          </a:ln>
          <a:effectLst/>
        </p:spPr>
      </p:cxnSp>
      <p:sp>
        <p:nvSpPr>
          <p:cNvPr id="39" name="Arrow: Up 38">
            <a:extLst>
              <a:ext uri="{FF2B5EF4-FFF2-40B4-BE49-F238E27FC236}">
                <a16:creationId xmlns:a16="http://schemas.microsoft.com/office/drawing/2014/main" id="{B5CAB435-018C-D6B4-93E2-D071F0D2B44B}"/>
              </a:ext>
            </a:extLst>
          </p:cNvPr>
          <p:cNvSpPr/>
          <p:nvPr/>
        </p:nvSpPr>
        <p:spPr bwMode="auto">
          <a:xfrm>
            <a:off x="4414190" y="2887337"/>
            <a:ext cx="221673" cy="2442045"/>
          </a:xfrm>
          <a:prstGeom prst="upArrow">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1040002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2CF3C7-7EB8-6E0D-1A39-81802A17839F}"/>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4" name="Rectangle: Rounded Corners 3">
            <a:extLst>
              <a:ext uri="{FF2B5EF4-FFF2-40B4-BE49-F238E27FC236}">
                <a16:creationId xmlns:a16="http://schemas.microsoft.com/office/drawing/2014/main" id="{BE4EA349-737C-AD6F-7E7A-A4F5618E690D}"/>
              </a:ext>
            </a:extLst>
          </p:cNvPr>
          <p:cNvSpPr/>
          <p:nvPr/>
        </p:nvSpPr>
        <p:spPr>
          <a:xfrm>
            <a:off x="4639689" y="1038697"/>
            <a:ext cx="3845246" cy="5765227"/>
          </a:xfrm>
          <a:prstGeom prst="roundRect">
            <a:avLst>
              <a:gd name="adj" fmla="val 2392"/>
            </a:avLst>
          </a:prstGeom>
          <a:solidFill>
            <a:schemeClr val="accent2">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5" name="TextBox 4">
            <a:extLst>
              <a:ext uri="{FF2B5EF4-FFF2-40B4-BE49-F238E27FC236}">
                <a16:creationId xmlns:a16="http://schemas.microsoft.com/office/drawing/2014/main" id="{BD922E2C-E489-A833-8AA3-A54BDF0096EC}"/>
              </a:ext>
            </a:extLst>
          </p:cNvPr>
          <p:cNvSpPr txBox="1"/>
          <p:nvPr/>
        </p:nvSpPr>
        <p:spPr>
          <a:xfrm>
            <a:off x="4784643" y="1112415"/>
            <a:ext cx="3245981"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Federated Data Governance</a:t>
            </a:r>
          </a:p>
        </p:txBody>
      </p:sp>
      <p:sp>
        <p:nvSpPr>
          <p:cNvPr id="6" name="Rectangle: Rounded Corners 5">
            <a:extLst>
              <a:ext uri="{FF2B5EF4-FFF2-40B4-BE49-F238E27FC236}">
                <a16:creationId xmlns:a16="http://schemas.microsoft.com/office/drawing/2014/main" id="{B4C4547D-B816-512E-D80B-9E21E24EA7A8}"/>
              </a:ext>
            </a:extLst>
          </p:cNvPr>
          <p:cNvSpPr/>
          <p:nvPr/>
        </p:nvSpPr>
        <p:spPr>
          <a:xfrm>
            <a:off x="4856159" y="5312437"/>
            <a:ext cx="3399988" cy="431282"/>
          </a:xfrm>
          <a:prstGeom prst="roundRect">
            <a:avLst>
              <a:gd name="adj" fmla="val 4797"/>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C1C1C"/>
                </a:solidFill>
                <a:effectLst/>
                <a:uLnTx/>
                <a:uFillTx/>
                <a:latin typeface="Segoe Sans Display Semibold" pitchFamily="2" charset="0"/>
                <a:ea typeface="+mn-ea"/>
                <a:cs typeface="Segoe Sans Display Semibold" pitchFamily="2" charset="0"/>
              </a:rPr>
              <a:t>Data Map – Scan + Ingest</a:t>
            </a:r>
          </a:p>
        </p:txBody>
      </p:sp>
      <p:sp>
        <p:nvSpPr>
          <p:cNvPr id="7" name="Rectangle: Rounded Corners 6">
            <a:extLst>
              <a:ext uri="{FF2B5EF4-FFF2-40B4-BE49-F238E27FC236}">
                <a16:creationId xmlns:a16="http://schemas.microsoft.com/office/drawing/2014/main" id="{B54C4948-1FBC-5124-020F-AFBA635625E9}"/>
              </a:ext>
            </a:extLst>
          </p:cNvPr>
          <p:cNvSpPr/>
          <p:nvPr/>
        </p:nvSpPr>
        <p:spPr>
          <a:xfrm>
            <a:off x="4737567" y="1352610"/>
            <a:ext cx="3525491" cy="3899168"/>
          </a:xfrm>
          <a:prstGeom prst="roundRect">
            <a:avLst>
              <a:gd name="adj" fmla="val 607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FFDF9"/>
                </a:solidFill>
                <a:effectLst/>
                <a:uLnTx/>
                <a:uFillTx/>
                <a:latin typeface="Segoe Sans Display Semibold" pitchFamily="2" charset="0"/>
                <a:ea typeface="+mn-ea"/>
                <a:cs typeface="Segoe Sans Display Semibold" pitchFamily="2" charset="0"/>
              </a:rPr>
              <a:t>Data Catalog (NEW)</a:t>
            </a:r>
          </a:p>
        </p:txBody>
      </p:sp>
      <p:sp>
        <p:nvSpPr>
          <p:cNvPr id="8" name="Rectangle: Rounded Corners 7">
            <a:extLst>
              <a:ext uri="{FF2B5EF4-FFF2-40B4-BE49-F238E27FC236}">
                <a16:creationId xmlns:a16="http://schemas.microsoft.com/office/drawing/2014/main" id="{2EAB64E4-61F2-F54D-086E-4DABBDAAAE8B}"/>
              </a:ext>
            </a:extLst>
          </p:cNvPr>
          <p:cNvSpPr/>
          <p:nvPr/>
        </p:nvSpPr>
        <p:spPr>
          <a:xfrm>
            <a:off x="4859528" y="3766530"/>
            <a:ext cx="2877866" cy="1402461"/>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Catalog Management – Business Domains</a:t>
            </a:r>
          </a:p>
        </p:txBody>
      </p:sp>
      <p:sp>
        <p:nvSpPr>
          <p:cNvPr id="9" name="Rectangle: Rounded Corners 8">
            <a:extLst>
              <a:ext uri="{FF2B5EF4-FFF2-40B4-BE49-F238E27FC236}">
                <a16:creationId xmlns:a16="http://schemas.microsoft.com/office/drawing/2014/main" id="{308E3853-A36A-EF61-413A-3C8916884FAB}"/>
              </a:ext>
            </a:extLst>
          </p:cNvPr>
          <p:cNvSpPr/>
          <p:nvPr/>
        </p:nvSpPr>
        <p:spPr>
          <a:xfrm>
            <a:off x="4856159" y="3252462"/>
            <a:ext cx="2877866" cy="431282"/>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Data Health Management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Reports</a:t>
            </a:r>
          </a:p>
        </p:txBody>
      </p:sp>
      <p:grpSp>
        <p:nvGrpSpPr>
          <p:cNvPr id="13" name="Group 12">
            <a:extLst>
              <a:ext uri="{FF2B5EF4-FFF2-40B4-BE49-F238E27FC236}">
                <a16:creationId xmlns:a16="http://schemas.microsoft.com/office/drawing/2014/main" id="{FF963AD4-1038-0199-759D-C6B6F1E9AC16}"/>
              </a:ext>
            </a:extLst>
          </p:cNvPr>
          <p:cNvGrpSpPr/>
          <p:nvPr/>
        </p:nvGrpSpPr>
        <p:grpSpPr>
          <a:xfrm>
            <a:off x="5088288" y="438876"/>
            <a:ext cx="2824048" cy="576164"/>
            <a:chOff x="7104886" y="382191"/>
            <a:chExt cx="2824048" cy="576164"/>
          </a:xfrm>
        </p:grpSpPr>
        <p:grpSp>
          <p:nvGrpSpPr>
            <p:cNvPr id="14" name="Group 13">
              <a:extLst>
                <a:ext uri="{FF2B5EF4-FFF2-40B4-BE49-F238E27FC236}">
                  <a16:creationId xmlns:a16="http://schemas.microsoft.com/office/drawing/2014/main" id="{36E4035B-1D1F-6599-A79C-5F8398E08B67}"/>
                </a:ext>
              </a:extLst>
            </p:cNvPr>
            <p:cNvGrpSpPr/>
            <p:nvPr/>
          </p:nvGrpSpPr>
          <p:grpSpPr>
            <a:xfrm>
              <a:off x="7104886" y="382191"/>
              <a:ext cx="576164" cy="576164"/>
              <a:chOff x="7104886" y="1132687"/>
              <a:chExt cx="576164" cy="576164"/>
            </a:xfrm>
          </p:grpSpPr>
          <p:grpSp>
            <p:nvGrpSpPr>
              <p:cNvPr id="16" name="Group 15">
                <a:extLst>
                  <a:ext uri="{FF2B5EF4-FFF2-40B4-BE49-F238E27FC236}">
                    <a16:creationId xmlns:a16="http://schemas.microsoft.com/office/drawing/2014/main" id="{B5989DD7-4065-B0EE-B1DC-0CE5899952D7}"/>
                  </a:ext>
                </a:extLst>
              </p:cNvPr>
              <p:cNvGrpSpPr>
                <a:grpSpLocks/>
              </p:cNvGrpSpPr>
              <p:nvPr/>
            </p:nvGrpSpPr>
            <p:grpSpPr>
              <a:xfrm>
                <a:off x="7104886" y="1132687"/>
                <a:ext cx="576164" cy="576164"/>
                <a:chOff x="916225" y="1747611"/>
                <a:chExt cx="769700" cy="769700"/>
              </a:xfrm>
            </p:grpSpPr>
            <p:sp>
              <p:nvSpPr>
                <p:cNvPr id="18" name="Oval 17">
                  <a:extLst>
                    <a:ext uri="{FF2B5EF4-FFF2-40B4-BE49-F238E27FC236}">
                      <a16:creationId xmlns:a16="http://schemas.microsoft.com/office/drawing/2014/main" id="{A372067A-3303-2230-24AE-8056809751CB}"/>
                    </a:ext>
                  </a:extLst>
                </p:cNvPr>
                <p:cNvSpPr/>
                <p:nvPr/>
              </p:nvSpPr>
              <p:spPr>
                <a:xfrm>
                  <a:off x="968612" y="1799998"/>
                  <a:ext cx="664926" cy="664926"/>
                </a:xfrm>
                <a:prstGeom prst="ellipse">
                  <a:avLst/>
                </a:prstGeom>
                <a:solidFill>
                  <a:schemeClr val="bg1"/>
                </a:solidFill>
                <a:ln w="6350">
                  <a:noFill/>
                </a:ln>
                <a:effectLst>
                  <a:outerShdw blurRad="25400" algn="ctr" rotWithShape="0">
                    <a:srgbClr val="000000">
                      <a:alpha val="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9" name="Oval 18">
                  <a:extLst>
                    <a:ext uri="{FF2B5EF4-FFF2-40B4-BE49-F238E27FC236}">
                      <a16:creationId xmlns:a16="http://schemas.microsoft.com/office/drawing/2014/main" id="{ABFECB3A-BFA1-3879-D84D-212AEB3AEE57}"/>
                    </a:ext>
                  </a:extLst>
                </p:cNvPr>
                <p:cNvSpPr/>
                <p:nvPr/>
              </p:nvSpPr>
              <p:spPr>
                <a:xfrm>
                  <a:off x="916225" y="1747611"/>
                  <a:ext cx="769700" cy="769700"/>
                </a:xfrm>
                <a:prstGeom prst="ellipse">
                  <a:avLst/>
                </a:prstGeom>
                <a:ln w="12700" cap="rnd">
                  <a:gradFill>
                    <a:gsLst>
                      <a:gs pos="43100">
                        <a:schemeClr val="accent4"/>
                      </a:gs>
                      <a:gs pos="0">
                        <a:schemeClr val="accent1"/>
                      </a:gs>
                      <a:gs pos="100000">
                        <a:schemeClr val="accent5"/>
                      </a:gs>
                    </a:gsLst>
                    <a:lin ang="5400000" scaled="1"/>
                  </a:gradFill>
                  <a:prstDash val="dashDot"/>
                  <a:round/>
                </a:ln>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panose="020F0502020204030204"/>
                    <a:ea typeface="+mn-ea"/>
                    <a:cs typeface="+mn-cs"/>
                  </a:endParaRPr>
                </a:p>
              </p:txBody>
            </p:sp>
          </p:grpSp>
          <p:pic>
            <p:nvPicPr>
              <p:cNvPr id="17" name="Picture 16">
                <a:extLst>
                  <a:ext uri="{FF2B5EF4-FFF2-40B4-BE49-F238E27FC236}">
                    <a16:creationId xmlns:a16="http://schemas.microsoft.com/office/drawing/2014/main" id="{3AEAF31C-7C61-7975-FC57-7F71B8AACE27}"/>
                  </a:ext>
                  <a:ext uri="{C183D7F6-B498-43B3-948B-1728B52AA6E4}">
                    <adec:decorative xmlns:adec="http://schemas.microsoft.com/office/drawing/2017/decorative" val="1"/>
                  </a:ext>
                </a:extLst>
              </p:cNvPr>
              <p:cNvPicPr>
                <a:picLocks/>
              </p:cNvPicPr>
              <p:nvPr/>
            </p:nvPicPr>
            <p:blipFill>
              <a:blip r:embed="rId2"/>
              <a:stretch>
                <a:fillRect/>
              </a:stretch>
            </p:blipFill>
            <p:spPr>
              <a:xfrm>
                <a:off x="7246811" y="1238308"/>
                <a:ext cx="326820" cy="326818"/>
              </a:xfrm>
              <a:prstGeom prst="rect">
                <a:avLst/>
              </a:prstGeom>
            </p:spPr>
          </p:pic>
        </p:grpSp>
        <p:sp>
          <p:nvSpPr>
            <p:cNvPr id="15" name="TextBox 14">
              <a:extLst>
                <a:ext uri="{FF2B5EF4-FFF2-40B4-BE49-F238E27FC236}">
                  <a16:creationId xmlns:a16="http://schemas.microsoft.com/office/drawing/2014/main" id="{5A75EF94-5501-01A8-842D-8EF48F5D6C96}"/>
                </a:ext>
              </a:extLst>
            </p:cNvPr>
            <p:cNvSpPr txBox="1"/>
            <p:nvPr/>
          </p:nvSpPr>
          <p:spPr>
            <a:xfrm>
              <a:off x="7660635" y="529697"/>
              <a:ext cx="226829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Microsoft Purview </a:t>
              </a:r>
              <a:endParaRPr kumimoji="0" lang="en-CA"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grpSp>
      <p:sp>
        <p:nvSpPr>
          <p:cNvPr id="23" name="Rectangle: Rounded Corners 22">
            <a:extLst>
              <a:ext uri="{FF2B5EF4-FFF2-40B4-BE49-F238E27FC236}">
                <a16:creationId xmlns:a16="http://schemas.microsoft.com/office/drawing/2014/main" id="{5506964E-50E1-61DC-E854-96BFB1EB0D89}"/>
              </a:ext>
            </a:extLst>
          </p:cNvPr>
          <p:cNvSpPr/>
          <p:nvPr/>
        </p:nvSpPr>
        <p:spPr>
          <a:xfrm>
            <a:off x="4863070" y="5799394"/>
            <a:ext cx="3399988" cy="431282"/>
          </a:xfrm>
          <a:prstGeom prst="roundRect">
            <a:avLst>
              <a:gd name="adj" fmla="val 4797"/>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C1C1C"/>
                </a:solidFill>
                <a:effectLst/>
                <a:uLnTx/>
                <a:uFillTx/>
                <a:latin typeface="Segoe Sans Display Semibold" pitchFamily="2" charset="0"/>
                <a:ea typeface="+mn-ea"/>
                <a:cs typeface="Segoe Sans Display Semibold" pitchFamily="2" charset="0"/>
              </a:rPr>
              <a:t>Data Policy</a:t>
            </a:r>
          </a:p>
        </p:txBody>
      </p:sp>
      <p:sp>
        <p:nvSpPr>
          <p:cNvPr id="24" name="Rectangle: Rounded Corners 23">
            <a:extLst>
              <a:ext uri="{FF2B5EF4-FFF2-40B4-BE49-F238E27FC236}">
                <a16:creationId xmlns:a16="http://schemas.microsoft.com/office/drawing/2014/main" id="{E24677F4-61B3-FD6C-8FC2-3F4408F56B77}"/>
              </a:ext>
            </a:extLst>
          </p:cNvPr>
          <p:cNvSpPr/>
          <p:nvPr/>
        </p:nvSpPr>
        <p:spPr>
          <a:xfrm>
            <a:off x="4863070" y="6272748"/>
            <a:ext cx="3399988" cy="431282"/>
          </a:xfrm>
          <a:prstGeom prst="roundRect">
            <a:avLst>
              <a:gd name="adj" fmla="val 4797"/>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C1C1C"/>
                </a:solidFill>
                <a:effectLst/>
                <a:uLnTx/>
                <a:uFillTx/>
                <a:latin typeface="Segoe Sans Display Semibold" pitchFamily="2" charset="0"/>
                <a:ea typeface="+mn-ea"/>
                <a:cs typeface="Segoe Sans Display Semibold" pitchFamily="2" charset="0"/>
              </a:rPr>
              <a:t>Purview SDK - APIs</a:t>
            </a:r>
          </a:p>
        </p:txBody>
      </p:sp>
      <p:sp>
        <p:nvSpPr>
          <p:cNvPr id="25" name="Rectangle: Rounded Corners 24">
            <a:extLst>
              <a:ext uri="{FF2B5EF4-FFF2-40B4-BE49-F238E27FC236}">
                <a16:creationId xmlns:a16="http://schemas.microsoft.com/office/drawing/2014/main" id="{AFE21C3B-9CC1-7A8D-6CDE-D762AD8ED85A}"/>
              </a:ext>
            </a:extLst>
          </p:cNvPr>
          <p:cNvSpPr/>
          <p:nvPr/>
        </p:nvSpPr>
        <p:spPr>
          <a:xfrm rot="5400000">
            <a:off x="6277340" y="3283328"/>
            <a:ext cx="3414280" cy="357049"/>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AI-empowered efficiencies + Copilot skills</a:t>
            </a:r>
          </a:p>
        </p:txBody>
      </p:sp>
      <p:sp>
        <p:nvSpPr>
          <p:cNvPr id="26" name="Plus Sign 25">
            <a:extLst>
              <a:ext uri="{FF2B5EF4-FFF2-40B4-BE49-F238E27FC236}">
                <a16:creationId xmlns:a16="http://schemas.microsoft.com/office/drawing/2014/main" id="{F87A8430-4278-12F8-5931-AD3DFF1B289C}"/>
              </a:ext>
            </a:extLst>
          </p:cNvPr>
          <p:cNvSpPr/>
          <p:nvPr/>
        </p:nvSpPr>
        <p:spPr>
          <a:xfrm>
            <a:off x="7845351" y="1841787"/>
            <a:ext cx="254765" cy="257131"/>
          </a:xfrm>
          <a:prstGeom prst="mathPlus">
            <a:avLst>
              <a:gd name="adj1" fmla="val 9977"/>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7" name="Rectangle 26">
            <a:extLst>
              <a:ext uri="{FF2B5EF4-FFF2-40B4-BE49-F238E27FC236}">
                <a16:creationId xmlns:a16="http://schemas.microsoft.com/office/drawing/2014/main" id="{54A04504-FAC6-981E-159F-72F72D5C5F61}"/>
              </a:ext>
            </a:extLst>
          </p:cNvPr>
          <p:cNvSpPr/>
          <p:nvPr/>
        </p:nvSpPr>
        <p:spPr>
          <a:xfrm>
            <a:off x="1008449" y="3715234"/>
            <a:ext cx="3422650" cy="2305050"/>
          </a:xfrm>
          <a:prstGeom prst="rect">
            <a:avLst/>
          </a:prstGeom>
          <a:solidFill>
            <a:schemeClr val="accent2">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Enterprise Data Catalog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Curation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Discovery and Access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Governance Policies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p:txBody>
      </p:sp>
      <p:sp>
        <p:nvSpPr>
          <p:cNvPr id="28" name="Rectangle 27">
            <a:extLst>
              <a:ext uri="{FF2B5EF4-FFF2-40B4-BE49-F238E27FC236}">
                <a16:creationId xmlns:a16="http://schemas.microsoft.com/office/drawing/2014/main" id="{2B9FC225-662B-9667-FCDB-DBBEA6299793}"/>
              </a:ext>
            </a:extLst>
          </p:cNvPr>
          <p:cNvSpPr/>
          <p:nvPr/>
        </p:nvSpPr>
        <p:spPr>
          <a:xfrm>
            <a:off x="1179899" y="5410685"/>
            <a:ext cx="3079750" cy="368300"/>
          </a:xfrm>
          <a:prstGeom prst="rect">
            <a:avLst/>
          </a:prstGeom>
          <a:solidFill>
            <a:srgbClr val="5B9BD5">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lumMod val="75000"/>
                    <a:lumOff val="25000"/>
                  </a:prstClr>
                </a:solidFill>
                <a:effectLst/>
                <a:uLnTx/>
                <a:uFillTx/>
                <a:latin typeface="Tenorite"/>
                <a:ea typeface="+mn-ea"/>
                <a:cs typeface="+mn-cs"/>
              </a:rPr>
              <a:t>$ per Governed Asset / Month </a:t>
            </a:r>
          </a:p>
        </p:txBody>
      </p:sp>
      <p:sp>
        <p:nvSpPr>
          <p:cNvPr id="31" name="Rectangle 30">
            <a:extLst>
              <a:ext uri="{FF2B5EF4-FFF2-40B4-BE49-F238E27FC236}">
                <a16:creationId xmlns:a16="http://schemas.microsoft.com/office/drawing/2014/main" id="{C23E1CA1-2E9F-907E-E23B-FA0D17E194EA}"/>
              </a:ext>
            </a:extLst>
          </p:cNvPr>
          <p:cNvSpPr/>
          <p:nvPr/>
        </p:nvSpPr>
        <p:spPr>
          <a:xfrm>
            <a:off x="1008449" y="1327859"/>
            <a:ext cx="3422650" cy="2305050"/>
          </a:xfrm>
          <a:prstGeom prst="rect">
            <a:avLst/>
          </a:prstGeom>
          <a:solidFill>
            <a:schemeClr val="accent2">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Enterprise Data Management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Quality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Health Management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p:txBody>
      </p:sp>
      <p:sp>
        <p:nvSpPr>
          <p:cNvPr id="32" name="Rectangle 31">
            <a:extLst>
              <a:ext uri="{FF2B5EF4-FFF2-40B4-BE49-F238E27FC236}">
                <a16:creationId xmlns:a16="http://schemas.microsoft.com/office/drawing/2014/main" id="{207328F5-39C9-2E33-B4B6-0FA8979D96D9}"/>
              </a:ext>
            </a:extLst>
          </p:cNvPr>
          <p:cNvSpPr/>
          <p:nvPr/>
        </p:nvSpPr>
        <p:spPr>
          <a:xfrm>
            <a:off x="1179899" y="2839769"/>
            <a:ext cx="3079750" cy="240315"/>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DF9"/>
                </a:solidFill>
                <a:effectLst/>
                <a:uLnTx/>
                <a:uFillTx/>
                <a:latin typeface="Tenorite"/>
                <a:ea typeface="+mn-ea"/>
                <a:cs typeface="+mn-cs"/>
              </a:rPr>
              <a:t>$ per Processing Unit</a:t>
            </a:r>
          </a:p>
        </p:txBody>
      </p:sp>
      <p:sp>
        <p:nvSpPr>
          <p:cNvPr id="33" name="Rectangle 32">
            <a:extLst>
              <a:ext uri="{FF2B5EF4-FFF2-40B4-BE49-F238E27FC236}">
                <a16:creationId xmlns:a16="http://schemas.microsoft.com/office/drawing/2014/main" id="{CDD76F9C-44E9-489F-FCCD-2F0857B7C942}"/>
              </a:ext>
            </a:extLst>
          </p:cNvPr>
          <p:cNvSpPr/>
          <p:nvPr/>
        </p:nvSpPr>
        <p:spPr>
          <a:xfrm>
            <a:off x="1179899" y="3132774"/>
            <a:ext cx="787400"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Basic</a:t>
            </a:r>
          </a:p>
        </p:txBody>
      </p:sp>
      <p:sp>
        <p:nvSpPr>
          <p:cNvPr id="34" name="Rectangle 33">
            <a:extLst>
              <a:ext uri="{FF2B5EF4-FFF2-40B4-BE49-F238E27FC236}">
                <a16:creationId xmlns:a16="http://schemas.microsoft.com/office/drawing/2014/main" id="{BC204E5C-E5E4-B4EC-8ADF-77DB9AA4CD76}"/>
              </a:ext>
            </a:extLst>
          </p:cNvPr>
          <p:cNvSpPr/>
          <p:nvPr/>
        </p:nvSpPr>
        <p:spPr>
          <a:xfrm>
            <a:off x="2032386" y="3132774"/>
            <a:ext cx="1020763"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Standard</a:t>
            </a:r>
          </a:p>
        </p:txBody>
      </p:sp>
      <p:sp>
        <p:nvSpPr>
          <p:cNvPr id="35" name="Rectangle 34">
            <a:extLst>
              <a:ext uri="{FF2B5EF4-FFF2-40B4-BE49-F238E27FC236}">
                <a16:creationId xmlns:a16="http://schemas.microsoft.com/office/drawing/2014/main" id="{48205B48-FE1D-46A1-9400-4F04B0D0E373}"/>
              </a:ext>
            </a:extLst>
          </p:cNvPr>
          <p:cNvSpPr/>
          <p:nvPr/>
        </p:nvSpPr>
        <p:spPr>
          <a:xfrm>
            <a:off x="3118236" y="3132774"/>
            <a:ext cx="1141413"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Advanced </a:t>
            </a:r>
          </a:p>
        </p:txBody>
      </p:sp>
      <p:sp>
        <p:nvSpPr>
          <p:cNvPr id="38" name="Left Brace 37">
            <a:extLst>
              <a:ext uri="{FF2B5EF4-FFF2-40B4-BE49-F238E27FC236}">
                <a16:creationId xmlns:a16="http://schemas.microsoft.com/office/drawing/2014/main" id="{C5D09EB9-389F-72AA-98E0-30DFB62CF5F1}"/>
              </a:ext>
            </a:extLst>
          </p:cNvPr>
          <p:cNvSpPr/>
          <p:nvPr/>
        </p:nvSpPr>
        <p:spPr>
          <a:xfrm>
            <a:off x="4457925" y="1850459"/>
            <a:ext cx="289248" cy="1782450"/>
          </a:xfrm>
          <a:prstGeom prst="leftBrace">
            <a:avLst>
              <a:gd name="adj1" fmla="val 81778"/>
              <a:gd name="adj2" fmla="val 50000"/>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39" name="Left Brace 38">
            <a:extLst>
              <a:ext uri="{FF2B5EF4-FFF2-40B4-BE49-F238E27FC236}">
                <a16:creationId xmlns:a16="http://schemas.microsoft.com/office/drawing/2014/main" id="{21406B75-B850-B986-6BCE-6B685319487D}"/>
              </a:ext>
            </a:extLst>
          </p:cNvPr>
          <p:cNvSpPr/>
          <p:nvPr/>
        </p:nvSpPr>
        <p:spPr>
          <a:xfrm>
            <a:off x="4445876" y="3857259"/>
            <a:ext cx="289248" cy="1311732"/>
          </a:xfrm>
          <a:prstGeom prst="leftBrace">
            <a:avLst>
              <a:gd name="adj1" fmla="val 8177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40" name="Rectangle 39">
            <a:extLst>
              <a:ext uri="{FF2B5EF4-FFF2-40B4-BE49-F238E27FC236}">
                <a16:creationId xmlns:a16="http://schemas.microsoft.com/office/drawing/2014/main" id="{362690C3-8987-3877-6026-2023760FE7B1}"/>
              </a:ext>
            </a:extLst>
          </p:cNvPr>
          <p:cNvSpPr/>
          <p:nvPr/>
        </p:nvSpPr>
        <p:spPr>
          <a:xfrm>
            <a:off x="8606896" y="3857259"/>
            <a:ext cx="3417398" cy="1238250"/>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Copilot in Purview</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Tenorite"/>
              <a:ea typeface="+mn-ea"/>
              <a:cs typeface="+mn-cs"/>
            </a:endParaRPr>
          </a:p>
        </p:txBody>
      </p:sp>
      <p:sp>
        <p:nvSpPr>
          <p:cNvPr id="41" name="Rectangle 40">
            <a:extLst>
              <a:ext uri="{FF2B5EF4-FFF2-40B4-BE49-F238E27FC236}">
                <a16:creationId xmlns:a16="http://schemas.microsoft.com/office/drawing/2014/main" id="{A232AABC-B11D-8624-FEAB-E325BD602125}"/>
              </a:ext>
            </a:extLst>
          </p:cNvPr>
          <p:cNvSpPr/>
          <p:nvPr/>
        </p:nvSpPr>
        <p:spPr>
          <a:xfrm>
            <a:off x="8693526" y="4466858"/>
            <a:ext cx="3253584" cy="368300"/>
          </a:xfrm>
          <a:prstGeom prst="rect">
            <a:avLst/>
          </a:prstGeom>
          <a:solidFill>
            <a:srgbClr val="5B9BD5">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lumMod val="75000"/>
                    <a:lumOff val="25000"/>
                  </a:prstClr>
                </a:solidFill>
                <a:effectLst/>
                <a:uLnTx/>
                <a:uFillTx/>
                <a:latin typeface="Tenorite"/>
                <a:ea typeface="+mn-ea"/>
                <a:cs typeface="+mn-cs"/>
              </a:rPr>
              <a:t>$ per Security Compute Unit per Hour</a:t>
            </a:r>
          </a:p>
        </p:txBody>
      </p:sp>
      <p:sp>
        <p:nvSpPr>
          <p:cNvPr id="42" name="Rectangle: Rounded Corners 41">
            <a:extLst>
              <a:ext uri="{FF2B5EF4-FFF2-40B4-BE49-F238E27FC236}">
                <a16:creationId xmlns:a16="http://schemas.microsoft.com/office/drawing/2014/main" id="{7291F1C1-04D9-D5C9-4462-D5F4A234E625}"/>
              </a:ext>
            </a:extLst>
          </p:cNvPr>
          <p:cNvSpPr/>
          <p:nvPr/>
        </p:nvSpPr>
        <p:spPr>
          <a:xfrm>
            <a:off x="7777380" y="3857259"/>
            <a:ext cx="410450" cy="1076692"/>
          </a:xfrm>
          <a:prstGeom prst="roundRect">
            <a:avLst>
              <a:gd name="adj" fmla="val 4797"/>
            </a:avLst>
          </a:pr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1C1C1C"/>
              </a:solidFill>
              <a:effectLst/>
              <a:uLnTx/>
              <a:uFillTx/>
              <a:latin typeface="Segoe Sans Display Semibold" pitchFamily="2" charset="0"/>
              <a:ea typeface="+mn-ea"/>
              <a:cs typeface="Segoe Sans Display Semibold" pitchFamily="2" charset="0"/>
            </a:endParaRPr>
          </a:p>
        </p:txBody>
      </p:sp>
      <p:sp>
        <p:nvSpPr>
          <p:cNvPr id="43" name="Left Brace 42">
            <a:extLst>
              <a:ext uri="{FF2B5EF4-FFF2-40B4-BE49-F238E27FC236}">
                <a16:creationId xmlns:a16="http://schemas.microsoft.com/office/drawing/2014/main" id="{11553073-C2E9-3798-40D3-C5BB4D88C7EE}"/>
              </a:ext>
            </a:extLst>
          </p:cNvPr>
          <p:cNvSpPr/>
          <p:nvPr/>
        </p:nvSpPr>
        <p:spPr>
          <a:xfrm rot="10800000">
            <a:off x="8299396" y="3943167"/>
            <a:ext cx="212274" cy="904875"/>
          </a:xfrm>
          <a:prstGeom prst="leftBrace">
            <a:avLst>
              <a:gd name="adj1" fmla="val 81778"/>
              <a:gd name="adj2" fmla="val 50000"/>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44" name="Title 21">
            <a:extLst>
              <a:ext uri="{FF2B5EF4-FFF2-40B4-BE49-F238E27FC236}">
                <a16:creationId xmlns:a16="http://schemas.microsoft.com/office/drawing/2014/main" id="{D604CFC3-95BD-4AF5-1551-39B8A43FA951}"/>
              </a:ext>
            </a:extLst>
          </p:cNvPr>
          <p:cNvSpPr txBox="1">
            <a:spLocks/>
          </p:cNvSpPr>
          <p:nvPr/>
        </p:nvSpPr>
        <p:spPr>
          <a:xfrm>
            <a:off x="882870" y="243497"/>
            <a:ext cx="11064240" cy="4977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0" i="0" u="none" strike="noStrike" kern="1200" cap="none" spc="-50" normalizeH="0" baseline="0" noProof="0">
                <a:ln w="3175">
                  <a:noFill/>
                </a:ln>
                <a:solidFill>
                  <a:srgbClr val="071731"/>
                </a:solidFill>
                <a:effectLst/>
                <a:uLnTx/>
                <a:uFillTx/>
                <a:latin typeface="Segoe Sans Text"/>
                <a:ea typeface="+mj-ea"/>
                <a:cs typeface="Segoe Sans Text"/>
              </a:rPr>
              <a:t>Overall Business Model ​</a:t>
            </a:r>
          </a:p>
        </p:txBody>
      </p:sp>
      <p:pic>
        <p:nvPicPr>
          <p:cNvPr id="45" name="Picture 44">
            <a:extLst>
              <a:ext uri="{FF2B5EF4-FFF2-40B4-BE49-F238E27FC236}">
                <a16:creationId xmlns:a16="http://schemas.microsoft.com/office/drawing/2014/main" id="{46B0E7BF-CF7C-3CF5-B77E-152211279C3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44890" y="180975"/>
            <a:ext cx="514362" cy="514362"/>
          </a:xfrm>
          <a:prstGeom prst="rect">
            <a:avLst/>
          </a:prstGeom>
        </p:spPr>
      </p:pic>
      <p:sp>
        <p:nvSpPr>
          <p:cNvPr id="46" name="TextBox 45">
            <a:extLst>
              <a:ext uri="{FF2B5EF4-FFF2-40B4-BE49-F238E27FC236}">
                <a16:creationId xmlns:a16="http://schemas.microsoft.com/office/drawing/2014/main" id="{BC0B6A36-CE78-3180-03B6-D8BC8B6560C7}"/>
              </a:ext>
            </a:extLst>
          </p:cNvPr>
          <p:cNvSpPr txBox="1"/>
          <p:nvPr/>
        </p:nvSpPr>
        <p:spPr>
          <a:xfrm>
            <a:off x="8580161" y="5095509"/>
            <a:ext cx="2268570"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C1C1C"/>
                </a:solidFill>
                <a:effectLst/>
                <a:uLnTx/>
                <a:uFillTx/>
                <a:latin typeface="Segoe Sans Text" panose="020F0502020204030204"/>
                <a:ea typeface="+mn-ea"/>
                <a:cs typeface="+mn-cs"/>
                <a:hlinkClick r:id="rId3"/>
              </a:rPr>
              <a:t>Microsoft Copilot for Security Pricing</a:t>
            </a:r>
            <a:endParaRPr kumimoji="0" lang="en-CA" sz="1000" b="0" i="0" u="none" strike="noStrike" kern="1200" cap="none" spc="0" normalizeH="0" baseline="0" noProof="0">
              <a:ln>
                <a:noFill/>
              </a:ln>
              <a:solidFill>
                <a:srgbClr val="1C1C1C"/>
              </a:solidFill>
              <a:effectLst/>
              <a:uLnTx/>
              <a:uFillTx/>
              <a:latin typeface="Segoe Sans Text" panose="020F0502020204030204"/>
              <a:ea typeface="+mn-ea"/>
              <a:cs typeface="+mn-cs"/>
            </a:endParaRPr>
          </a:p>
        </p:txBody>
      </p:sp>
      <p:sp>
        <p:nvSpPr>
          <p:cNvPr id="2" name="Rectangle 1">
            <a:extLst>
              <a:ext uri="{FF2B5EF4-FFF2-40B4-BE49-F238E27FC236}">
                <a16:creationId xmlns:a16="http://schemas.microsoft.com/office/drawing/2014/main" id="{25AB20C2-DF6A-A727-9BFE-3ED940110EB2}"/>
              </a:ext>
            </a:extLst>
          </p:cNvPr>
          <p:cNvSpPr/>
          <p:nvPr/>
        </p:nvSpPr>
        <p:spPr>
          <a:xfrm>
            <a:off x="1399143" y="3352962"/>
            <a:ext cx="2661869" cy="157113"/>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Compute Power</a:t>
            </a:r>
          </a:p>
        </p:txBody>
      </p:sp>
      <p:sp>
        <p:nvSpPr>
          <p:cNvPr id="29" name="Isosceles Triangle 28">
            <a:extLst>
              <a:ext uri="{FF2B5EF4-FFF2-40B4-BE49-F238E27FC236}">
                <a16:creationId xmlns:a16="http://schemas.microsoft.com/office/drawing/2014/main" id="{E8FAFCA6-67D6-339E-3EAC-3B5C3073430F}"/>
              </a:ext>
            </a:extLst>
          </p:cNvPr>
          <p:cNvSpPr/>
          <p:nvPr/>
        </p:nvSpPr>
        <p:spPr>
          <a:xfrm rot="5400000">
            <a:off x="4006315" y="3348123"/>
            <a:ext cx="234955" cy="173689"/>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30" name="Isosceles Triangle 29">
            <a:extLst>
              <a:ext uri="{FF2B5EF4-FFF2-40B4-BE49-F238E27FC236}">
                <a16:creationId xmlns:a16="http://schemas.microsoft.com/office/drawing/2014/main" id="{89EEFD3D-E678-F288-E44C-908C2B89AED3}"/>
              </a:ext>
            </a:extLst>
          </p:cNvPr>
          <p:cNvSpPr/>
          <p:nvPr/>
        </p:nvSpPr>
        <p:spPr>
          <a:xfrm rot="16200000">
            <a:off x="1196393" y="3346420"/>
            <a:ext cx="234955" cy="173689"/>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36" name="Rectangle: Rounded Corners 35">
            <a:extLst>
              <a:ext uri="{FF2B5EF4-FFF2-40B4-BE49-F238E27FC236}">
                <a16:creationId xmlns:a16="http://schemas.microsoft.com/office/drawing/2014/main" id="{1893B7B9-6228-D76A-465F-D878D0AE4546}"/>
              </a:ext>
            </a:extLst>
          </p:cNvPr>
          <p:cNvSpPr/>
          <p:nvPr/>
        </p:nvSpPr>
        <p:spPr>
          <a:xfrm>
            <a:off x="4856159" y="2733934"/>
            <a:ext cx="2877866" cy="431282"/>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Data Health Management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Data Quality</a:t>
            </a:r>
          </a:p>
        </p:txBody>
      </p:sp>
      <p:sp>
        <p:nvSpPr>
          <p:cNvPr id="37" name="Rectangle: Rounded Corners 36">
            <a:extLst>
              <a:ext uri="{FF2B5EF4-FFF2-40B4-BE49-F238E27FC236}">
                <a16:creationId xmlns:a16="http://schemas.microsoft.com/office/drawing/2014/main" id="{0A0E0179-8592-A548-6ECD-8C81E6A7F7F5}"/>
              </a:ext>
            </a:extLst>
          </p:cNvPr>
          <p:cNvSpPr/>
          <p:nvPr/>
        </p:nvSpPr>
        <p:spPr>
          <a:xfrm>
            <a:off x="4863070" y="2230211"/>
            <a:ext cx="2877866" cy="431282"/>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Data Health Management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Health Controls, Actions</a:t>
            </a:r>
          </a:p>
        </p:txBody>
      </p:sp>
      <p:sp>
        <p:nvSpPr>
          <p:cNvPr id="48" name="Rectangle: Rounded Corners 47">
            <a:extLst>
              <a:ext uri="{FF2B5EF4-FFF2-40B4-BE49-F238E27FC236}">
                <a16:creationId xmlns:a16="http://schemas.microsoft.com/office/drawing/2014/main" id="{7756BFDD-1986-F970-4F52-ABCDB713DD9D}"/>
              </a:ext>
            </a:extLst>
          </p:cNvPr>
          <p:cNvSpPr/>
          <p:nvPr/>
        </p:nvSpPr>
        <p:spPr>
          <a:xfrm>
            <a:off x="4856159" y="1745217"/>
            <a:ext cx="2877866" cy="431282"/>
          </a:xfrm>
          <a:prstGeom prst="roundRect">
            <a:avLst>
              <a:gd name="adj" fmla="val 4797"/>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Catalog Management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DF9"/>
                </a:solidFill>
                <a:effectLst/>
                <a:uLnTx/>
                <a:uFillTx/>
                <a:latin typeface="Segoe Sans Display Semibold" pitchFamily="2" charset="0"/>
                <a:ea typeface="+mn-ea"/>
                <a:cs typeface="Segoe Sans Display Semibold" pitchFamily="2" charset="0"/>
              </a:rPr>
              <a:t>Curation, Federation, CDEs, Rules</a:t>
            </a:r>
          </a:p>
        </p:txBody>
      </p:sp>
      <p:sp>
        <p:nvSpPr>
          <p:cNvPr id="20" name="Plus Sign 19">
            <a:extLst>
              <a:ext uri="{FF2B5EF4-FFF2-40B4-BE49-F238E27FC236}">
                <a16:creationId xmlns:a16="http://schemas.microsoft.com/office/drawing/2014/main" id="{44324FF2-9350-D820-EAE1-77DB8843EA44}"/>
              </a:ext>
            </a:extLst>
          </p:cNvPr>
          <p:cNvSpPr/>
          <p:nvPr/>
        </p:nvSpPr>
        <p:spPr>
          <a:xfrm>
            <a:off x="4904991" y="1850459"/>
            <a:ext cx="254765" cy="257131"/>
          </a:xfrm>
          <a:prstGeom prst="mathPlus">
            <a:avLst>
              <a:gd name="adj1" fmla="val 9977"/>
            </a:avLst>
          </a:prstGeom>
          <a:solidFill>
            <a:srgbClr val="FFF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1" name="Plus Sign 20">
            <a:extLst>
              <a:ext uri="{FF2B5EF4-FFF2-40B4-BE49-F238E27FC236}">
                <a16:creationId xmlns:a16="http://schemas.microsoft.com/office/drawing/2014/main" id="{D2D30B21-24C5-1955-6B8B-F087CABA7D38}"/>
              </a:ext>
            </a:extLst>
          </p:cNvPr>
          <p:cNvSpPr/>
          <p:nvPr/>
        </p:nvSpPr>
        <p:spPr>
          <a:xfrm>
            <a:off x="4904991" y="2316340"/>
            <a:ext cx="254765" cy="257131"/>
          </a:xfrm>
          <a:prstGeom prst="mathPlus">
            <a:avLst>
              <a:gd name="adj1" fmla="val 9977"/>
            </a:avLst>
          </a:prstGeom>
          <a:solidFill>
            <a:srgbClr val="FFF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2" name="Plus Sign 21">
            <a:extLst>
              <a:ext uri="{FF2B5EF4-FFF2-40B4-BE49-F238E27FC236}">
                <a16:creationId xmlns:a16="http://schemas.microsoft.com/office/drawing/2014/main" id="{EEFC0C86-3379-4334-10BA-8A0C5457C3E6}"/>
              </a:ext>
            </a:extLst>
          </p:cNvPr>
          <p:cNvSpPr/>
          <p:nvPr/>
        </p:nvSpPr>
        <p:spPr>
          <a:xfrm>
            <a:off x="4904991" y="2809446"/>
            <a:ext cx="254765" cy="257131"/>
          </a:xfrm>
          <a:prstGeom prst="mathPlus">
            <a:avLst>
              <a:gd name="adj1" fmla="val 9977"/>
            </a:avLst>
          </a:prstGeom>
          <a:solidFill>
            <a:srgbClr val="FFF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Tree>
    <p:extLst>
      <p:ext uri="{BB962C8B-B14F-4D97-AF65-F5344CB8AC3E}">
        <p14:creationId xmlns:p14="http://schemas.microsoft.com/office/powerpoint/2010/main" val="18497082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459060D-BBD1-33D2-22DF-14065975190A}"/>
              </a:ext>
            </a:extLst>
          </p:cNvPr>
          <p:cNvSpPr/>
          <p:nvPr/>
        </p:nvSpPr>
        <p:spPr>
          <a:xfrm>
            <a:off x="5981698" y="3832088"/>
            <a:ext cx="3415039" cy="195669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17" name="Rectangle 16">
            <a:extLst>
              <a:ext uri="{FF2B5EF4-FFF2-40B4-BE49-F238E27FC236}">
                <a16:creationId xmlns:a16="http://schemas.microsoft.com/office/drawing/2014/main" id="{993AD728-CF65-C2F3-5525-3AC7FB2A9DED}"/>
              </a:ext>
            </a:extLst>
          </p:cNvPr>
          <p:cNvSpPr/>
          <p:nvPr/>
        </p:nvSpPr>
        <p:spPr>
          <a:xfrm>
            <a:off x="2559049" y="3824984"/>
            <a:ext cx="3422649" cy="1956692"/>
          </a:xfrm>
          <a:prstGeom prst="rect">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3" name="Slide Number Placeholder 2">
            <a:extLst>
              <a:ext uri="{FF2B5EF4-FFF2-40B4-BE49-F238E27FC236}">
                <a16:creationId xmlns:a16="http://schemas.microsoft.com/office/drawing/2014/main" id="{10729DFC-DDAF-8835-C2AC-F9195FAF7278}"/>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4" name="Title 21">
            <a:extLst>
              <a:ext uri="{FF2B5EF4-FFF2-40B4-BE49-F238E27FC236}">
                <a16:creationId xmlns:a16="http://schemas.microsoft.com/office/drawing/2014/main" id="{2BA2D516-4004-3BBB-1AE5-19F8932EBAE4}"/>
              </a:ext>
            </a:extLst>
          </p:cNvPr>
          <p:cNvSpPr txBox="1">
            <a:spLocks/>
          </p:cNvSpPr>
          <p:nvPr/>
        </p:nvSpPr>
        <p:spPr>
          <a:xfrm>
            <a:off x="882870" y="243497"/>
            <a:ext cx="11064240" cy="7245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0" i="0" u="none" strike="noStrike" kern="1200" cap="none" spc="-50" normalizeH="0" baseline="0" noProof="0">
                <a:ln w="3175">
                  <a:noFill/>
                </a:ln>
                <a:solidFill>
                  <a:srgbClr val="071731"/>
                </a:solidFill>
                <a:effectLst/>
                <a:uLnTx/>
                <a:uFillTx/>
                <a:latin typeface="Segoe Sans Text"/>
                <a:ea typeface="+mj-ea"/>
                <a:cs typeface="Segoe Sans Text"/>
              </a:rPr>
              <a:t>Business Model + Pricing​</a:t>
            </a:r>
          </a:p>
        </p:txBody>
      </p:sp>
      <p:pic>
        <p:nvPicPr>
          <p:cNvPr id="5" name="Picture 4">
            <a:extLst>
              <a:ext uri="{FF2B5EF4-FFF2-40B4-BE49-F238E27FC236}">
                <a16:creationId xmlns:a16="http://schemas.microsoft.com/office/drawing/2014/main" id="{735E433F-A255-325B-2388-2FD4794EF89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44890" y="180975"/>
            <a:ext cx="514362" cy="514362"/>
          </a:xfrm>
          <a:prstGeom prst="rect">
            <a:avLst/>
          </a:prstGeom>
        </p:spPr>
      </p:pic>
      <p:sp>
        <p:nvSpPr>
          <p:cNvPr id="2" name="Rectangle 1">
            <a:extLst>
              <a:ext uri="{FF2B5EF4-FFF2-40B4-BE49-F238E27FC236}">
                <a16:creationId xmlns:a16="http://schemas.microsoft.com/office/drawing/2014/main" id="{05AA2D6B-1A48-7FED-E5C6-E5661770665D}"/>
              </a:ext>
            </a:extLst>
          </p:cNvPr>
          <p:cNvSpPr/>
          <p:nvPr/>
        </p:nvSpPr>
        <p:spPr>
          <a:xfrm>
            <a:off x="2559050" y="1519933"/>
            <a:ext cx="3422650" cy="2305050"/>
          </a:xfrm>
          <a:prstGeom prst="rect">
            <a:avLst/>
          </a:prstGeom>
          <a:solidFill>
            <a:schemeClr val="accent2">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Enterprise Data Catalog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Curation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Discovery and Access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Governance Policies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p:txBody>
      </p:sp>
      <p:sp>
        <p:nvSpPr>
          <p:cNvPr id="6" name="Rectangle 5">
            <a:extLst>
              <a:ext uri="{FF2B5EF4-FFF2-40B4-BE49-F238E27FC236}">
                <a16:creationId xmlns:a16="http://schemas.microsoft.com/office/drawing/2014/main" id="{0F3A92BB-A797-E2C0-8A24-AF230C7908C1}"/>
              </a:ext>
            </a:extLst>
          </p:cNvPr>
          <p:cNvSpPr/>
          <p:nvPr/>
        </p:nvSpPr>
        <p:spPr>
          <a:xfrm>
            <a:off x="5981700" y="1527038"/>
            <a:ext cx="3422650" cy="2305050"/>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Enterprise Data Management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Quality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Tenorite"/>
                <a:ea typeface="+mn-ea"/>
                <a:cs typeface="+mn-cs"/>
              </a:rPr>
              <a:t>Data Health Management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Tenorite"/>
              <a:ea typeface="+mn-ea"/>
              <a:cs typeface="+mn-cs"/>
            </a:endParaRPr>
          </a:p>
        </p:txBody>
      </p:sp>
      <p:sp>
        <p:nvSpPr>
          <p:cNvPr id="7" name="Rectangle 6">
            <a:extLst>
              <a:ext uri="{FF2B5EF4-FFF2-40B4-BE49-F238E27FC236}">
                <a16:creationId xmlns:a16="http://schemas.microsoft.com/office/drawing/2014/main" id="{555049C2-12A9-1A61-0E1C-E48B5B90398C}"/>
              </a:ext>
            </a:extLst>
          </p:cNvPr>
          <p:cNvSpPr/>
          <p:nvPr/>
        </p:nvSpPr>
        <p:spPr>
          <a:xfrm>
            <a:off x="2559050" y="1151633"/>
            <a:ext cx="6845300" cy="368300"/>
          </a:xfrm>
          <a:prstGeom prst="rect">
            <a:avLst/>
          </a:prstGeom>
          <a:solidFill>
            <a:schemeClr val="accent2">
              <a:lumMod val="5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Tenorite"/>
                <a:ea typeface="+mn-ea"/>
                <a:cs typeface="+mn-cs"/>
              </a:rPr>
              <a:t>Microsoft Purview Data Catalog (new)</a:t>
            </a:r>
          </a:p>
        </p:txBody>
      </p:sp>
      <p:sp>
        <p:nvSpPr>
          <p:cNvPr id="9" name="Rectangle 8">
            <a:extLst>
              <a:ext uri="{FF2B5EF4-FFF2-40B4-BE49-F238E27FC236}">
                <a16:creationId xmlns:a16="http://schemas.microsoft.com/office/drawing/2014/main" id="{CEBC8E53-70C0-1A91-7BF7-2DB1FB47EA84}"/>
              </a:ext>
            </a:extLst>
          </p:cNvPr>
          <p:cNvSpPr/>
          <p:nvPr/>
        </p:nvSpPr>
        <p:spPr>
          <a:xfrm>
            <a:off x="2730500" y="3215384"/>
            <a:ext cx="3079750" cy="368300"/>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DF9"/>
                </a:solidFill>
                <a:effectLst/>
                <a:uLnTx/>
                <a:uFillTx/>
                <a:latin typeface="Tenorite"/>
                <a:ea typeface="+mn-ea"/>
                <a:cs typeface="+mn-cs"/>
              </a:rPr>
              <a:t>$0.50 per Governed Asset per Month</a:t>
            </a:r>
          </a:p>
        </p:txBody>
      </p:sp>
      <p:sp>
        <p:nvSpPr>
          <p:cNvPr id="15" name="TextBox 14">
            <a:extLst>
              <a:ext uri="{FF2B5EF4-FFF2-40B4-BE49-F238E27FC236}">
                <a16:creationId xmlns:a16="http://schemas.microsoft.com/office/drawing/2014/main" id="{570197F7-5172-5364-7D94-4377A799E9E1}"/>
              </a:ext>
            </a:extLst>
          </p:cNvPr>
          <p:cNvSpPr txBox="1"/>
          <p:nvPr/>
        </p:nvSpPr>
        <p:spPr>
          <a:xfrm>
            <a:off x="2647951" y="3898008"/>
            <a:ext cx="3162299" cy="12772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DF9"/>
                </a:solidFill>
                <a:effectLst/>
                <a:uLnTx/>
                <a:uFillTx/>
                <a:latin typeface="Segoe Sans Text" panose="020F0502020204030204"/>
                <a:ea typeface="+mn-ea"/>
                <a:cs typeface="+mn-cs"/>
              </a:rPr>
              <a:t>Once governed estate established, stable and predictable cost but may grow with a growing estate.</a:t>
            </a:r>
            <a:endParaRPr kumimoji="0" lang="en-CA" sz="1100" b="1" i="0" u="none" strike="noStrike" kern="1200" cap="none" spc="0" normalizeH="0" baseline="0" noProof="0">
              <a:ln>
                <a:noFill/>
              </a:ln>
              <a:solidFill>
                <a:srgbClr val="FFFDF9"/>
              </a:solidFill>
              <a:effectLst/>
              <a:uLnTx/>
              <a:uFillTx/>
              <a:latin typeface="Segoe Sans Text"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DF9"/>
                </a:solidFill>
                <a:effectLst/>
                <a:uLnTx/>
                <a:uFillTx/>
                <a:latin typeface="Segoe Sans Text" panose="020F0502020204030204"/>
                <a:ea typeface="+mn-ea"/>
                <a:cs typeface="+mn-cs"/>
              </a:rPr>
              <a:t>Per governed asset managed in Data Catalog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DF9"/>
                </a:solidFill>
                <a:effectLst/>
                <a:uLnTx/>
                <a:uFillTx/>
                <a:latin typeface="Segoe Sans Text" panose="020F0502020204030204"/>
                <a:ea typeface="+mn-ea"/>
                <a:cs typeface="+mn-cs"/>
              </a:rPr>
              <a:t>Includes scan + ingestion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DF9"/>
                </a:solidFill>
                <a:effectLst/>
                <a:uLnTx/>
                <a:uFillTx/>
                <a:latin typeface="Segoe Sans Text" panose="020F0502020204030204"/>
                <a:ea typeface="+mn-ea"/>
                <a:cs typeface="+mn-cs"/>
              </a:rPr>
              <a:t>Prorated based on days governed within the month.</a:t>
            </a:r>
          </a:p>
        </p:txBody>
      </p:sp>
      <p:sp>
        <p:nvSpPr>
          <p:cNvPr id="16" name="TextBox 15">
            <a:extLst>
              <a:ext uri="{FF2B5EF4-FFF2-40B4-BE49-F238E27FC236}">
                <a16:creationId xmlns:a16="http://schemas.microsoft.com/office/drawing/2014/main" id="{1E05ECA0-11B6-F598-A4A3-01E3930D7555}"/>
              </a:ext>
            </a:extLst>
          </p:cNvPr>
          <p:cNvSpPr txBox="1"/>
          <p:nvPr/>
        </p:nvSpPr>
        <p:spPr>
          <a:xfrm>
            <a:off x="6096000" y="3867560"/>
            <a:ext cx="3079083" cy="19543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DF9"/>
                </a:solidFill>
                <a:effectLst/>
                <a:uLnTx/>
                <a:uFillTx/>
                <a:latin typeface="Segoe Sans Text" panose="020F0502020204030204"/>
                <a:ea typeface="+mn-ea"/>
                <a:cs typeface="+mn-cs"/>
              </a:rPr>
              <a:t>Once practice established with a predictable rhythm for data quality and health controls, variability is limited but may grow with the practice and estate complexity</a:t>
            </a:r>
            <a:endParaRPr kumimoji="0" lang="en-CA" sz="1100" b="1" i="0" u="none" strike="noStrike" kern="1200" cap="none" spc="0" normalizeH="0" baseline="0" noProof="0" dirty="0">
              <a:ln>
                <a:noFill/>
              </a:ln>
              <a:solidFill>
                <a:srgbClr val="FFFDF9"/>
              </a:solidFill>
              <a:effectLst/>
              <a:uLnTx/>
              <a:uFillTx/>
              <a:latin typeface="Segoe Sans Text"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DF9"/>
                </a:solidFill>
                <a:effectLst/>
                <a:uLnTx/>
                <a:uFillTx/>
                <a:latin typeface="Segoe Sans Text" panose="020F0502020204030204"/>
                <a:ea typeface="+mn-ea"/>
                <a:cs typeface="+mn-cs"/>
              </a:rPr>
              <a:t>Basic, standard, advanced option for choice of horsepower depending on data estate complexity / size.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DF9"/>
                </a:solidFill>
                <a:effectLst/>
                <a:uLnTx/>
                <a:uFillTx/>
                <a:latin typeface="Segoe Sans Text" panose="020F0502020204030204"/>
                <a:ea typeface="+mn-ea"/>
                <a:cs typeface="+mn-cs"/>
              </a:rPr>
              <a:t>Tied to use of Data Quality, Data Health rules + controls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DF9"/>
                </a:solidFill>
                <a:effectLst/>
                <a:uLnTx/>
                <a:uFillTx/>
                <a:latin typeface="Segoe Sans Text" panose="020F0502020204030204"/>
                <a:ea typeface="+mn-ea"/>
                <a:cs typeface="+mn-cs"/>
              </a:rPr>
              <a:t>Calculated based on 60-minutes of processing time.</a:t>
            </a:r>
          </a:p>
        </p:txBody>
      </p:sp>
      <p:sp>
        <p:nvSpPr>
          <p:cNvPr id="19" name="Rectangle 18">
            <a:extLst>
              <a:ext uri="{FF2B5EF4-FFF2-40B4-BE49-F238E27FC236}">
                <a16:creationId xmlns:a16="http://schemas.microsoft.com/office/drawing/2014/main" id="{45F43E95-C5C1-5708-7DDB-944703B2A890}"/>
              </a:ext>
            </a:extLst>
          </p:cNvPr>
          <p:cNvSpPr/>
          <p:nvPr/>
        </p:nvSpPr>
        <p:spPr>
          <a:xfrm>
            <a:off x="2559050" y="5769730"/>
            <a:ext cx="6845300" cy="3453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DF9"/>
                </a:solidFill>
                <a:effectLst/>
                <a:uLnTx/>
                <a:uFillTx/>
                <a:latin typeface="Segoe Sans Text" panose="020F0502020204030204"/>
                <a:ea typeface="+mn-ea"/>
                <a:cs typeface="+mn-cs"/>
              </a:rPr>
              <a:t>Internal charge-back enabled </a:t>
            </a:r>
            <a:endParaRPr kumimoji="0" lang="en-CA" sz="12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8" name="Rectangle 7">
            <a:extLst>
              <a:ext uri="{FF2B5EF4-FFF2-40B4-BE49-F238E27FC236}">
                <a16:creationId xmlns:a16="http://schemas.microsoft.com/office/drawing/2014/main" id="{26217C3A-E244-85E8-D33F-FCF693DA33EF}"/>
              </a:ext>
            </a:extLst>
          </p:cNvPr>
          <p:cNvSpPr/>
          <p:nvPr/>
        </p:nvSpPr>
        <p:spPr>
          <a:xfrm>
            <a:off x="6153150" y="3012543"/>
            <a:ext cx="3079750" cy="240315"/>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DF9"/>
                </a:solidFill>
                <a:effectLst/>
                <a:uLnTx/>
                <a:uFillTx/>
                <a:latin typeface="Tenorite"/>
                <a:ea typeface="+mn-ea"/>
                <a:cs typeface="+mn-cs"/>
              </a:rPr>
              <a:t>$ per Processing Unit</a:t>
            </a:r>
          </a:p>
        </p:txBody>
      </p:sp>
      <p:sp>
        <p:nvSpPr>
          <p:cNvPr id="11" name="Rectangle 10">
            <a:extLst>
              <a:ext uri="{FF2B5EF4-FFF2-40B4-BE49-F238E27FC236}">
                <a16:creationId xmlns:a16="http://schemas.microsoft.com/office/drawing/2014/main" id="{B76168E1-7D61-2C80-C260-2C7A61B01BA4}"/>
              </a:ext>
            </a:extLst>
          </p:cNvPr>
          <p:cNvSpPr/>
          <p:nvPr/>
        </p:nvSpPr>
        <p:spPr>
          <a:xfrm>
            <a:off x="6153150" y="3305548"/>
            <a:ext cx="787400"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Basic $15</a:t>
            </a:r>
          </a:p>
        </p:txBody>
      </p:sp>
      <p:sp>
        <p:nvSpPr>
          <p:cNvPr id="21" name="Rectangle 20">
            <a:extLst>
              <a:ext uri="{FF2B5EF4-FFF2-40B4-BE49-F238E27FC236}">
                <a16:creationId xmlns:a16="http://schemas.microsoft.com/office/drawing/2014/main" id="{D2DEBF7A-B1CE-8C7E-0C1F-957F136C2166}"/>
              </a:ext>
            </a:extLst>
          </p:cNvPr>
          <p:cNvSpPr/>
          <p:nvPr/>
        </p:nvSpPr>
        <p:spPr>
          <a:xfrm>
            <a:off x="7005637" y="3305548"/>
            <a:ext cx="1020763"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Standard $60</a:t>
            </a:r>
          </a:p>
        </p:txBody>
      </p:sp>
      <p:sp>
        <p:nvSpPr>
          <p:cNvPr id="22" name="Rectangle 21">
            <a:extLst>
              <a:ext uri="{FF2B5EF4-FFF2-40B4-BE49-F238E27FC236}">
                <a16:creationId xmlns:a16="http://schemas.microsoft.com/office/drawing/2014/main" id="{CED15397-DB58-C6D5-2275-E5D77B4DF056}"/>
              </a:ext>
            </a:extLst>
          </p:cNvPr>
          <p:cNvSpPr/>
          <p:nvPr/>
        </p:nvSpPr>
        <p:spPr>
          <a:xfrm>
            <a:off x="8091487" y="3305548"/>
            <a:ext cx="1141413" cy="162306"/>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Advanced $240 </a:t>
            </a:r>
          </a:p>
        </p:txBody>
      </p:sp>
      <p:sp>
        <p:nvSpPr>
          <p:cNvPr id="23" name="Rectangle 22">
            <a:extLst>
              <a:ext uri="{FF2B5EF4-FFF2-40B4-BE49-F238E27FC236}">
                <a16:creationId xmlns:a16="http://schemas.microsoft.com/office/drawing/2014/main" id="{445A2C09-FEAC-4CAC-253E-AFAA399CC20C}"/>
              </a:ext>
            </a:extLst>
          </p:cNvPr>
          <p:cNvSpPr/>
          <p:nvPr/>
        </p:nvSpPr>
        <p:spPr>
          <a:xfrm>
            <a:off x="6372394" y="3525736"/>
            <a:ext cx="2661869" cy="157113"/>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DF9"/>
                </a:solidFill>
                <a:effectLst/>
                <a:uLnTx/>
                <a:uFillTx/>
                <a:latin typeface="Tenorite"/>
                <a:ea typeface="+mn-ea"/>
                <a:cs typeface="+mn-cs"/>
              </a:rPr>
              <a:t>Compute Power</a:t>
            </a:r>
          </a:p>
        </p:txBody>
      </p:sp>
      <p:sp>
        <p:nvSpPr>
          <p:cNvPr id="24" name="Isosceles Triangle 23">
            <a:extLst>
              <a:ext uri="{FF2B5EF4-FFF2-40B4-BE49-F238E27FC236}">
                <a16:creationId xmlns:a16="http://schemas.microsoft.com/office/drawing/2014/main" id="{E547795A-01C0-66C1-42A8-A29833449577}"/>
              </a:ext>
            </a:extLst>
          </p:cNvPr>
          <p:cNvSpPr/>
          <p:nvPr/>
        </p:nvSpPr>
        <p:spPr>
          <a:xfrm rot="5400000">
            <a:off x="8979566" y="3520897"/>
            <a:ext cx="234955" cy="173689"/>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25" name="Isosceles Triangle 24">
            <a:extLst>
              <a:ext uri="{FF2B5EF4-FFF2-40B4-BE49-F238E27FC236}">
                <a16:creationId xmlns:a16="http://schemas.microsoft.com/office/drawing/2014/main" id="{038ADFE0-E81F-49C1-2BDD-8785FB0EFB87}"/>
              </a:ext>
            </a:extLst>
          </p:cNvPr>
          <p:cNvSpPr/>
          <p:nvPr/>
        </p:nvSpPr>
        <p:spPr>
          <a:xfrm rot="16200000">
            <a:off x="6169644" y="3519194"/>
            <a:ext cx="234955" cy="173689"/>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Tree>
    <p:extLst>
      <p:ext uri="{BB962C8B-B14F-4D97-AF65-F5344CB8AC3E}">
        <p14:creationId xmlns:p14="http://schemas.microsoft.com/office/powerpoint/2010/main" val="118967156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DD69604-C13F-1B55-692B-5FE74E895F07}"/>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4" name="Title 21">
            <a:extLst>
              <a:ext uri="{FF2B5EF4-FFF2-40B4-BE49-F238E27FC236}">
                <a16:creationId xmlns:a16="http://schemas.microsoft.com/office/drawing/2014/main" id="{FB753630-BF73-5BDC-F5A8-E281E944B5BB}"/>
              </a:ext>
            </a:extLst>
          </p:cNvPr>
          <p:cNvSpPr txBox="1">
            <a:spLocks/>
          </p:cNvSpPr>
          <p:nvPr/>
        </p:nvSpPr>
        <p:spPr>
          <a:xfrm>
            <a:off x="882870" y="243497"/>
            <a:ext cx="11064240" cy="7245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0" i="0" u="none" strike="noStrike" kern="1200" cap="none" spc="-50" normalizeH="0" baseline="0" noProof="0" dirty="0">
                <a:ln w="3175">
                  <a:noFill/>
                </a:ln>
                <a:solidFill>
                  <a:srgbClr val="071731"/>
                </a:solidFill>
                <a:effectLst/>
                <a:uLnTx/>
                <a:uFillTx/>
                <a:latin typeface="Segoe Sans Text"/>
                <a:ea typeface="+mj-ea"/>
                <a:cs typeface="Segoe Sans Text"/>
              </a:rPr>
              <a:t>Data Catalog | Pricing for Governed Assets​</a:t>
            </a:r>
          </a:p>
        </p:txBody>
      </p:sp>
      <p:pic>
        <p:nvPicPr>
          <p:cNvPr id="5" name="Picture 4">
            <a:extLst>
              <a:ext uri="{FF2B5EF4-FFF2-40B4-BE49-F238E27FC236}">
                <a16:creationId xmlns:a16="http://schemas.microsoft.com/office/drawing/2014/main" id="{E7DC4092-191D-AAA6-D7D7-AF80A3C8A38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44890" y="180975"/>
            <a:ext cx="514362" cy="514362"/>
          </a:xfrm>
          <a:prstGeom prst="rect">
            <a:avLst/>
          </a:prstGeom>
        </p:spPr>
      </p:pic>
      <p:sp>
        <p:nvSpPr>
          <p:cNvPr id="6" name="Rectangle 5">
            <a:extLst>
              <a:ext uri="{FF2B5EF4-FFF2-40B4-BE49-F238E27FC236}">
                <a16:creationId xmlns:a16="http://schemas.microsoft.com/office/drawing/2014/main" id="{39A704B2-3315-BFA1-9EF3-BAD9E7570C4F}"/>
              </a:ext>
            </a:extLst>
          </p:cNvPr>
          <p:cNvSpPr/>
          <p:nvPr/>
        </p:nvSpPr>
        <p:spPr bwMode="auto">
          <a:xfrm>
            <a:off x="246496" y="5139611"/>
            <a:ext cx="4445576" cy="553998"/>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Multi-Cloud Data Estate</a:t>
            </a:r>
          </a:p>
        </p:txBody>
      </p:sp>
      <p:sp>
        <p:nvSpPr>
          <p:cNvPr id="7" name="TextBox 6">
            <a:extLst>
              <a:ext uri="{FF2B5EF4-FFF2-40B4-BE49-F238E27FC236}">
                <a16:creationId xmlns:a16="http://schemas.microsoft.com/office/drawing/2014/main" id="{6A468838-57D3-23C8-787F-EDCDDDB79E44}"/>
              </a:ext>
            </a:extLst>
          </p:cNvPr>
          <p:cNvSpPr txBox="1"/>
          <p:nvPr/>
        </p:nvSpPr>
        <p:spPr>
          <a:xfrm>
            <a:off x="4910278" y="1130916"/>
            <a:ext cx="7207831" cy="2585323"/>
          </a:xfrm>
          <a:prstGeom prst="rect">
            <a:avLst/>
          </a:prstGeom>
          <a:noFill/>
        </p:spPr>
        <p:txBody>
          <a:bodyPr wrap="square" lIns="0" tIns="0" rIns="0" bIns="0" rtlCol="0">
            <a:spAutoFit/>
          </a:bodyPr>
          <a:lstStyle/>
          <a:p>
            <a:pPr marL="92075"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Assets that are curated for consumer discovery in the data catalog : Priced at </a:t>
            </a:r>
            <a:r>
              <a:rPr kumimoji="0" lang="en-US" sz="1400" b="1" i="0" u="none" strike="noStrike" kern="1200" cap="none" spc="0" normalizeH="0" baseline="0" noProof="0" dirty="0">
                <a:ln>
                  <a:noFill/>
                </a:ln>
                <a:solidFill>
                  <a:srgbClr val="1C1C1C"/>
                </a:solidFill>
                <a:effectLst/>
                <a:uLnTx/>
                <a:uFillTx/>
                <a:latin typeface="Segoe Sans Text" panose="020F0502020204030204"/>
                <a:ea typeface="+mn-ea"/>
                <a:cs typeface="+mn-cs"/>
              </a:rPr>
              <a:t>$0.50 per Unique Governed Asset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1"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623888"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Assets attached to data products, critical data elements, and future governance constructs</a:t>
            </a:r>
          </a:p>
          <a:p>
            <a:pPr marL="623888"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623888" marR="0" lvl="2"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Assets annotated with glossary terms, </a:t>
            </a:r>
            <a:r>
              <a:rPr kumimoji="0" lang="en-US" sz="1400" b="0" i="0" u="none" strike="sngStrike" kern="1200" cap="none" spc="0" normalizeH="0" baseline="0" noProof="0" dirty="0">
                <a:ln>
                  <a:noFill/>
                </a:ln>
                <a:solidFill>
                  <a:srgbClr val="1C1C1C"/>
                </a:solidFill>
                <a:effectLst/>
                <a:uLnTx/>
                <a:uFillTx/>
                <a:latin typeface="Segoe Sans Text" panose="020F0502020204030204"/>
                <a:ea typeface="+mn-ea"/>
                <a:cs typeface="+mn-cs"/>
              </a:rPr>
              <a:t>custom attributes</a:t>
            </a: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 and future governed asset annotations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92075"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Assets whose quality and health need to be managed whether-or-not published to the catalog for consumer discovery. </a:t>
            </a:r>
            <a:r>
              <a:rPr kumimoji="0" lang="en-US" sz="1400" b="0" i="0" u="sng" strike="noStrike" kern="1200" cap="none" spc="0" normalizeH="0" baseline="0" noProof="0" dirty="0">
                <a:ln>
                  <a:noFill/>
                </a:ln>
                <a:solidFill>
                  <a:srgbClr val="1C1C1C"/>
                </a:solidFill>
                <a:effectLst/>
                <a:uLnTx/>
                <a:uFillTx/>
                <a:latin typeface="Segoe Sans Text" panose="020F0502020204030204"/>
                <a:ea typeface="+mn-ea"/>
                <a:cs typeface="+mn-cs"/>
              </a:rPr>
              <a:t>See next slide for data mgmt. pricing.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p:txBody>
      </p:sp>
      <p:sp>
        <p:nvSpPr>
          <p:cNvPr id="8" name="Rectangle 7">
            <a:extLst>
              <a:ext uri="{FF2B5EF4-FFF2-40B4-BE49-F238E27FC236}">
                <a16:creationId xmlns:a16="http://schemas.microsoft.com/office/drawing/2014/main" id="{224A0149-21DB-FE50-2A33-8DF361BF0A8B}"/>
              </a:ext>
            </a:extLst>
          </p:cNvPr>
          <p:cNvSpPr/>
          <p:nvPr/>
        </p:nvSpPr>
        <p:spPr bwMode="auto">
          <a:xfrm>
            <a:off x="246496" y="3899041"/>
            <a:ext cx="4445577" cy="1246909"/>
          </a:xfrm>
          <a:prstGeom prst="rect">
            <a:avLst/>
          </a:prstGeom>
          <a:solidFill>
            <a:schemeClr val="accent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Asset Map</a:t>
            </a:r>
            <a:endParaRPr kumimoji="0" lang="en-US" sz="1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(No $, subsumed)</a:t>
            </a:r>
          </a:p>
        </p:txBody>
      </p:sp>
      <p:sp>
        <p:nvSpPr>
          <p:cNvPr id="9" name="Rectangle 8">
            <a:extLst>
              <a:ext uri="{FF2B5EF4-FFF2-40B4-BE49-F238E27FC236}">
                <a16:creationId xmlns:a16="http://schemas.microsoft.com/office/drawing/2014/main" id="{319759DA-1605-1D54-CF61-B9789F0BC042}"/>
              </a:ext>
            </a:extLst>
          </p:cNvPr>
          <p:cNvSpPr/>
          <p:nvPr/>
        </p:nvSpPr>
        <p:spPr bwMode="auto">
          <a:xfrm>
            <a:off x="246496" y="1154545"/>
            <a:ext cx="4445577" cy="2733964"/>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Governed Assets ($)</a:t>
            </a:r>
          </a:p>
        </p:txBody>
      </p:sp>
      <p:graphicFrame>
        <p:nvGraphicFramePr>
          <p:cNvPr id="10" name="Table 9">
            <a:extLst>
              <a:ext uri="{FF2B5EF4-FFF2-40B4-BE49-F238E27FC236}">
                <a16:creationId xmlns:a16="http://schemas.microsoft.com/office/drawing/2014/main" id="{4F64AD48-6DFE-7BE6-B7C4-C125B11059DE}"/>
              </a:ext>
            </a:extLst>
          </p:cNvPr>
          <p:cNvGraphicFramePr>
            <a:graphicFrameLocks noGrp="1"/>
          </p:cNvGraphicFramePr>
          <p:nvPr>
            <p:extLst>
              <p:ext uri="{D42A27DB-BD31-4B8C-83A1-F6EECF244321}">
                <p14:modId xmlns:p14="http://schemas.microsoft.com/office/powerpoint/2010/main" val="2024868546"/>
              </p:ext>
            </p:extLst>
          </p:nvPr>
        </p:nvGraphicFramePr>
        <p:xfrm>
          <a:off x="738910" y="1810327"/>
          <a:ext cx="3591258" cy="1912540"/>
        </p:xfrm>
        <a:graphic>
          <a:graphicData uri="http://schemas.openxmlformats.org/drawingml/2006/table">
            <a:tbl>
              <a:tblPr firstRow="1" bandRow="1">
                <a:tableStyleId>{F5AB1C69-6EDB-4FF4-983F-18BD219EF322}</a:tableStyleId>
              </a:tblPr>
              <a:tblGrid>
                <a:gridCol w="2309090">
                  <a:extLst>
                    <a:ext uri="{9D8B030D-6E8A-4147-A177-3AD203B41FA5}">
                      <a16:colId xmlns:a16="http://schemas.microsoft.com/office/drawing/2014/main" val="1715104128"/>
                    </a:ext>
                  </a:extLst>
                </a:gridCol>
                <a:gridCol w="1282168">
                  <a:extLst>
                    <a:ext uri="{9D8B030D-6E8A-4147-A177-3AD203B41FA5}">
                      <a16:colId xmlns:a16="http://schemas.microsoft.com/office/drawing/2014/main" val="1698612072"/>
                    </a:ext>
                  </a:extLst>
                </a:gridCol>
              </a:tblGrid>
              <a:tr h="303260">
                <a:tc>
                  <a:txBody>
                    <a:bodyPr/>
                    <a:lstStyle/>
                    <a:p>
                      <a:r>
                        <a:rPr lang="en-US" sz="1000" dirty="0"/>
                        <a:t>Dimension</a:t>
                      </a:r>
                    </a:p>
                  </a:txBody>
                  <a:tcPr anchor="ctr">
                    <a:solidFill>
                      <a:schemeClr val="accent1">
                        <a:lumMod val="75000"/>
                      </a:schemeClr>
                    </a:solidFill>
                  </a:tcPr>
                </a:tc>
                <a:tc>
                  <a:txBody>
                    <a:bodyPr/>
                    <a:lstStyle/>
                    <a:p>
                      <a:r>
                        <a:rPr lang="en-US" sz="1000" dirty="0"/>
                        <a:t>Input</a:t>
                      </a:r>
                    </a:p>
                  </a:txBody>
                  <a:tcPr anchor="ctr">
                    <a:solidFill>
                      <a:schemeClr val="accent1">
                        <a:lumMod val="75000"/>
                      </a:schemeClr>
                    </a:solidFill>
                  </a:tcPr>
                </a:tc>
                <a:extLst>
                  <a:ext uri="{0D108BD9-81ED-4DB2-BD59-A6C34878D82A}">
                    <a16:rowId xmlns:a16="http://schemas.microsoft.com/office/drawing/2014/main" val="829779483"/>
                  </a:ext>
                </a:extLst>
              </a:tr>
              <a:tr h="303260">
                <a:tc>
                  <a:txBody>
                    <a:bodyPr/>
                    <a:lstStyle/>
                    <a:p>
                      <a:r>
                        <a:rPr lang="en-US" sz="1000"/>
                        <a:t>(A) # of Data Assets </a:t>
                      </a:r>
                    </a:p>
                  </a:txBody>
                  <a:tcPr anchor="ctr"/>
                </a:tc>
                <a:tc>
                  <a:txBody>
                    <a:bodyPr/>
                    <a:lstStyle/>
                    <a:p>
                      <a:r>
                        <a:rPr lang="en-US" sz="1000"/>
                        <a:t>From data estate scan</a:t>
                      </a:r>
                    </a:p>
                  </a:txBody>
                  <a:tcPr anchor="ctr"/>
                </a:tc>
                <a:extLst>
                  <a:ext uri="{0D108BD9-81ED-4DB2-BD59-A6C34878D82A}">
                    <a16:rowId xmlns:a16="http://schemas.microsoft.com/office/drawing/2014/main" val="2569177606"/>
                  </a:ext>
                </a:extLst>
              </a:tr>
              <a:tr h="303260">
                <a:tc>
                  <a:txBody>
                    <a:bodyPr/>
                    <a:lstStyle/>
                    <a:p>
                      <a:r>
                        <a:rPr lang="en-US" sz="1000"/>
                        <a:t>(B) % of Governed Assets</a:t>
                      </a:r>
                    </a:p>
                  </a:txBody>
                  <a:tcPr anchor="ctr"/>
                </a:tc>
                <a:tc>
                  <a:txBody>
                    <a:bodyPr/>
                    <a:lstStyle/>
                    <a:p>
                      <a:r>
                        <a:rPr lang="en-US" sz="1000"/>
                        <a:t>&lt;Customer input&gt; </a:t>
                      </a:r>
                    </a:p>
                  </a:txBody>
                  <a:tcPr anchor="ctr"/>
                </a:tc>
                <a:extLst>
                  <a:ext uri="{0D108BD9-81ED-4DB2-BD59-A6C34878D82A}">
                    <a16:rowId xmlns:a16="http://schemas.microsoft.com/office/drawing/2014/main" val="2509165252"/>
                  </a:ext>
                </a:extLst>
              </a:tr>
              <a:tr h="303260">
                <a:tc>
                  <a:txBody>
                    <a:bodyPr/>
                    <a:lstStyle/>
                    <a:p>
                      <a:r>
                        <a:rPr lang="en-US" sz="1000"/>
                        <a:t>(C) $ per Governed Asset per Month</a:t>
                      </a:r>
                    </a:p>
                  </a:txBody>
                  <a:tcPr anchor="ctr"/>
                </a:tc>
                <a:tc>
                  <a:txBody>
                    <a:bodyPr/>
                    <a:lstStyle/>
                    <a:p>
                      <a:r>
                        <a:rPr lang="en-US" sz="1000"/>
                        <a:t>$0.50</a:t>
                      </a:r>
                    </a:p>
                  </a:txBody>
                  <a:tcPr anchor="ctr"/>
                </a:tc>
                <a:extLst>
                  <a:ext uri="{0D108BD9-81ED-4DB2-BD59-A6C34878D82A}">
                    <a16:rowId xmlns:a16="http://schemas.microsoft.com/office/drawing/2014/main" val="2788992969"/>
                  </a:ext>
                </a:extLst>
              </a:tr>
              <a:tr h="303260">
                <a:tc>
                  <a:txBody>
                    <a:bodyPr/>
                    <a:lstStyle/>
                    <a:p>
                      <a:r>
                        <a:rPr lang="en-US" sz="1000"/>
                        <a:t>(D) Discount % </a:t>
                      </a:r>
                    </a:p>
                  </a:txBody>
                  <a:tcPr anchor="ctr"/>
                </a:tc>
                <a:tc>
                  <a:txBody>
                    <a:bodyPr/>
                    <a:lstStyle/>
                    <a:p>
                      <a:r>
                        <a:rPr lang="en-US" sz="1000"/>
                        <a:t>N % </a:t>
                      </a:r>
                    </a:p>
                  </a:txBody>
                  <a:tcPr anchor="ctr"/>
                </a:tc>
                <a:extLst>
                  <a:ext uri="{0D108BD9-81ED-4DB2-BD59-A6C34878D82A}">
                    <a16:rowId xmlns:a16="http://schemas.microsoft.com/office/drawing/2014/main" val="4022823069"/>
                  </a:ext>
                </a:extLst>
              </a:tr>
              <a:tr h="303260">
                <a:tc>
                  <a:txBody>
                    <a:bodyPr/>
                    <a:lstStyle/>
                    <a:p>
                      <a:r>
                        <a:rPr lang="en-US" sz="1000" b="1" dirty="0">
                          <a:solidFill>
                            <a:schemeClr val="bg1"/>
                          </a:solidFill>
                        </a:rPr>
                        <a:t>Monthly Governed Assets Bill</a:t>
                      </a:r>
                    </a:p>
                  </a:txBody>
                  <a:tcPr anchor="ctr">
                    <a:solidFill>
                      <a:schemeClr val="accent1">
                        <a:lumMod val="50000"/>
                      </a:schemeClr>
                    </a:solidFill>
                  </a:tcPr>
                </a:tc>
                <a:tc>
                  <a:txBody>
                    <a:bodyPr/>
                    <a:lstStyle/>
                    <a:p>
                      <a:r>
                        <a:rPr lang="en-US" sz="1000" dirty="0">
                          <a:solidFill>
                            <a:schemeClr val="bg1"/>
                          </a:solidFill>
                        </a:rPr>
                        <a:t>((B * A) * C)) *(1- D)</a:t>
                      </a:r>
                    </a:p>
                  </a:txBody>
                  <a:tcPr anchor="ctr">
                    <a:solidFill>
                      <a:schemeClr val="accent1">
                        <a:lumMod val="50000"/>
                      </a:schemeClr>
                    </a:solidFill>
                  </a:tcPr>
                </a:tc>
                <a:extLst>
                  <a:ext uri="{0D108BD9-81ED-4DB2-BD59-A6C34878D82A}">
                    <a16:rowId xmlns:a16="http://schemas.microsoft.com/office/drawing/2014/main" val="3763398767"/>
                  </a:ext>
                </a:extLst>
              </a:tr>
            </a:tbl>
          </a:graphicData>
        </a:graphic>
      </p:graphicFrame>
      <p:sp>
        <p:nvSpPr>
          <p:cNvPr id="11" name="TextBox 10">
            <a:extLst>
              <a:ext uri="{FF2B5EF4-FFF2-40B4-BE49-F238E27FC236}">
                <a16:creationId xmlns:a16="http://schemas.microsoft.com/office/drawing/2014/main" id="{6634FC20-3148-EC9D-D957-E1A4995CD8EF}"/>
              </a:ext>
            </a:extLst>
          </p:cNvPr>
          <p:cNvSpPr txBox="1"/>
          <p:nvPr/>
        </p:nvSpPr>
        <p:spPr>
          <a:xfrm>
            <a:off x="5016598" y="5308888"/>
            <a:ext cx="6062521"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Multi-cloud Tables, Files, Datasets, Reports, Dashboards, Models etc.  </a:t>
            </a:r>
          </a:p>
        </p:txBody>
      </p:sp>
      <p:sp>
        <p:nvSpPr>
          <p:cNvPr id="12" name="TextBox 11">
            <a:extLst>
              <a:ext uri="{FF2B5EF4-FFF2-40B4-BE49-F238E27FC236}">
                <a16:creationId xmlns:a16="http://schemas.microsoft.com/office/drawing/2014/main" id="{3F779F25-D76D-4332-67D2-DA54598B251F}"/>
              </a:ext>
            </a:extLst>
          </p:cNvPr>
          <p:cNvSpPr txBox="1"/>
          <p:nvPr/>
        </p:nvSpPr>
        <p:spPr>
          <a:xfrm>
            <a:off x="5030782" y="4281118"/>
            <a:ext cx="4017818"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Data Assets scanned into the Asset Map</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Scanning costs subsumed by MS Purview </a:t>
            </a:r>
          </a:p>
        </p:txBody>
      </p:sp>
      <p:sp>
        <p:nvSpPr>
          <p:cNvPr id="13" name="Arrow: Up 12">
            <a:extLst>
              <a:ext uri="{FF2B5EF4-FFF2-40B4-BE49-F238E27FC236}">
                <a16:creationId xmlns:a16="http://schemas.microsoft.com/office/drawing/2014/main" id="{20FCDC60-F206-89B7-B216-DF1B3FBA8405}"/>
              </a:ext>
            </a:extLst>
          </p:cNvPr>
          <p:cNvSpPr/>
          <p:nvPr/>
        </p:nvSpPr>
        <p:spPr bwMode="auto">
          <a:xfrm>
            <a:off x="377005" y="1349615"/>
            <a:ext cx="253860" cy="4264376"/>
          </a:xfrm>
          <a:prstGeom prst="upArrow">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panose="020F0502020204030204"/>
              <a:ea typeface="Segoe UI" pitchFamily="34" charset="0"/>
              <a:cs typeface="Segoe UI" pitchFamily="34" charset="0"/>
            </a:endParaRPr>
          </a:p>
        </p:txBody>
      </p:sp>
    </p:spTree>
    <p:extLst>
      <p:ext uri="{BB962C8B-B14F-4D97-AF65-F5344CB8AC3E}">
        <p14:creationId xmlns:p14="http://schemas.microsoft.com/office/powerpoint/2010/main" val="135768857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E3F6276-43A8-333E-083F-15C98421FDC6}"/>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4" name="Title 21">
            <a:extLst>
              <a:ext uri="{FF2B5EF4-FFF2-40B4-BE49-F238E27FC236}">
                <a16:creationId xmlns:a16="http://schemas.microsoft.com/office/drawing/2014/main" id="{8F598084-A595-2741-5FC7-B24B6CFF7481}"/>
              </a:ext>
            </a:extLst>
          </p:cNvPr>
          <p:cNvSpPr txBox="1">
            <a:spLocks/>
          </p:cNvSpPr>
          <p:nvPr/>
        </p:nvSpPr>
        <p:spPr>
          <a:xfrm>
            <a:off x="882870" y="243497"/>
            <a:ext cx="11064240" cy="7245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3200" b="0" i="0" u="none" strike="noStrike" kern="1200" cap="none" spc="-50" normalizeH="0" baseline="0" noProof="0" dirty="0">
                <a:ln w="3175">
                  <a:noFill/>
                </a:ln>
                <a:solidFill>
                  <a:srgbClr val="071731"/>
                </a:solidFill>
                <a:effectLst/>
                <a:uLnTx/>
                <a:uFillTx/>
                <a:latin typeface="Segoe Sans Text"/>
                <a:ea typeface="+mj-ea"/>
                <a:cs typeface="Segoe Sans Text"/>
              </a:rPr>
              <a:t>Data Management | Pricing for Processing Unit ​</a:t>
            </a:r>
          </a:p>
        </p:txBody>
      </p:sp>
      <p:pic>
        <p:nvPicPr>
          <p:cNvPr id="5" name="Picture 4">
            <a:extLst>
              <a:ext uri="{FF2B5EF4-FFF2-40B4-BE49-F238E27FC236}">
                <a16:creationId xmlns:a16="http://schemas.microsoft.com/office/drawing/2014/main" id="{8F876733-AE9D-CDAA-C199-CE99E559B4C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44890" y="180975"/>
            <a:ext cx="514362" cy="514362"/>
          </a:xfrm>
          <a:prstGeom prst="rect">
            <a:avLst/>
          </a:prstGeom>
        </p:spPr>
      </p:pic>
      <p:sp>
        <p:nvSpPr>
          <p:cNvPr id="6" name="Rectangle 5">
            <a:extLst>
              <a:ext uri="{FF2B5EF4-FFF2-40B4-BE49-F238E27FC236}">
                <a16:creationId xmlns:a16="http://schemas.microsoft.com/office/drawing/2014/main" id="{5315D3DD-DEFB-756E-26E5-4FA569DC33E3}"/>
              </a:ext>
            </a:extLst>
          </p:cNvPr>
          <p:cNvSpPr/>
          <p:nvPr/>
        </p:nvSpPr>
        <p:spPr bwMode="auto">
          <a:xfrm>
            <a:off x="363425" y="5168989"/>
            <a:ext cx="4378036" cy="909966"/>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Governed Assets</a:t>
            </a:r>
          </a:p>
        </p:txBody>
      </p:sp>
      <p:sp>
        <p:nvSpPr>
          <p:cNvPr id="7" name="Rectangle 6">
            <a:extLst>
              <a:ext uri="{FF2B5EF4-FFF2-40B4-BE49-F238E27FC236}">
                <a16:creationId xmlns:a16="http://schemas.microsoft.com/office/drawing/2014/main" id="{B113C09A-86D5-6526-F8D6-10F1E23D7A28}"/>
              </a:ext>
            </a:extLst>
          </p:cNvPr>
          <p:cNvSpPr/>
          <p:nvPr/>
        </p:nvSpPr>
        <p:spPr bwMode="auto">
          <a:xfrm>
            <a:off x="363425" y="1474445"/>
            <a:ext cx="4378036" cy="3417454"/>
          </a:xfrm>
          <a:prstGeom prst="rect">
            <a:avLst/>
          </a:prstGeom>
          <a:solidFill>
            <a:schemeClr val="accent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Data Management</a:t>
            </a:r>
          </a:p>
        </p:txBody>
      </p:sp>
      <p:sp>
        <p:nvSpPr>
          <p:cNvPr id="8" name="Rectangle 7">
            <a:extLst>
              <a:ext uri="{FF2B5EF4-FFF2-40B4-BE49-F238E27FC236}">
                <a16:creationId xmlns:a16="http://schemas.microsoft.com/office/drawing/2014/main" id="{E952FC8B-1F38-8FC5-A6E2-BE673846A772}"/>
              </a:ext>
            </a:extLst>
          </p:cNvPr>
          <p:cNvSpPr/>
          <p:nvPr/>
        </p:nvSpPr>
        <p:spPr bwMode="auto">
          <a:xfrm>
            <a:off x="580479" y="1914416"/>
            <a:ext cx="3943928" cy="595655"/>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DM Processing Unit</a:t>
            </a:r>
          </a:p>
        </p:txBody>
      </p:sp>
      <p:sp>
        <p:nvSpPr>
          <p:cNvPr id="9" name="Rectangle 8">
            <a:extLst>
              <a:ext uri="{FF2B5EF4-FFF2-40B4-BE49-F238E27FC236}">
                <a16:creationId xmlns:a16="http://schemas.microsoft.com/office/drawing/2014/main" id="{828AA2A8-3739-1465-2127-49B602EA93D6}"/>
              </a:ext>
            </a:extLst>
          </p:cNvPr>
          <p:cNvSpPr/>
          <p:nvPr/>
        </p:nvSpPr>
        <p:spPr bwMode="auto">
          <a:xfrm>
            <a:off x="580478" y="2787161"/>
            <a:ext cx="1861128" cy="1147619"/>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Data Quality</a:t>
            </a:r>
          </a:p>
        </p:txBody>
      </p:sp>
      <p:sp>
        <p:nvSpPr>
          <p:cNvPr id="10" name="Rectangle 9">
            <a:extLst>
              <a:ext uri="{FF2B5EF4-FFF2-40B4-BE49-F238E27FC236}">
                <a16:creationId xmlns:a16="http://schemas.microsoft.com/office/drawing/2014/main" id="{1476D07B-4FC8-0204-E955-2736E48CBD9F}"/>
              </a:ext>
            </a:extLst>
          </p:cNvPr>
          <p:cNvSpPr/>
          <p:nvPr/>
        </p:nvSpPr>
        <p:spPr bwMode="auto">
          <a:xfrm>
            <a:off x="2658661" y="2787161"/>
            <a:ext cx="1865746" cy="1147619"/>
          </a:xfrm>
          <a:prstGeom prst="rect">
            <a:avLst/>
          </a:prstGeom>
          <a:solidFill>
            <a:schemeClr val="accent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Text" panose="020F0502020204030204"/>
                <a:ea typeface="Segoe UI" pitchFamily="34" charset="0"/>
                <a:cs typeface="Segoe UI" pitchFamily="34" charset="0"/>
              </a:rPr>
              <a:t>Health Controls</a:t>
            </a:r>
          </a:p>
        </p:txBody>
      </p:sp>
      <p:sp>
        <p:nvSpPr>
          <p:cNvPr id="11" name="TextBox 10">
            <a:extLst>
              <a:ext uri="{FF2B5EF4-FFF2-40B4-BE49-F238E27FC236}">
                <a16:creationId xmlns:a16="http://schemas.microsoft.com/office/drawing/2014/main" id="{7C1F124A-99A2-1ACF-B62B-A6CBB741047C}"/>
              </a:ext>
            </a:extLst>
          </p:cNvPr>
          <p:cNvSpPr txBox="1"/>
          <p:nvPr/>
        </p:nvSpPr>
        <p:spPr>
          <a:xfrm>
            <a:off x="5178650" y="1653654"/>
            <a:ext cx="6768460" cy="39703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Data management processing is high value compute for data management workloads: data quality, health controls, future data management capabilities.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Data management compute utilization dimensions and variability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Customer data volumes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Complexity of data management rules and policies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Physical topology of customer data estate (clouds and data clouds used, on-premise infra, networking, geo locations and residency requirements)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Purview DG Data Management Processing Unit = 60 minutes of data management compute, metered and billed at grain of hours and minutes utilized.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3 options with increasing speed and parallelism for choice and control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1C1C1C"/>
                </a:solidFill>
                <a:effectLst/>
                <a:uLnTx/>
                <a:uFillTx/>
                <a:latin typeface="Segoe Sans Text" panose="020F0502020204030204"/>
                <a:ea typeface="+mn-ea"/>
                <a:cs typeface="+mn-cs"/>
              </a:rPr>
              <a:t>Basic</a:t>
            </a: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 : $15 per processing unit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1C1C1C"/>
                </a:solidFill>
                <a:effectLst/>
                <a:uLnTx/>
                <a:uFillTx/>
                <a:latin typeface="Segoe Sans Text" panose="020F0502020204030204"/>
                <a:ea typeface="+mn-ea"/>
                <a:cs typeface="+mn-cs"/>
              </a:rPr>
              <a:t>Standard</a:t>
            </a: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 : $60 per processing unit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1" i="0" u="none" strike="noStrike" kern="1200" cap="none" spc="0" normalizeH="0" baseline="0" noProof="0" dirty="0">
                <a:ln>
                  <a:noFill/>
                </a:ln>
                <a:solidFill>
                  <a:srgbClr val="1C1C1C"/>
                </a:solidFill>
                <a:effectLst/>
                <a:uLnTx/>
                <a:uFillTx/>
                <a:latin typeface="Segoe Sans Text" panose="020F0502020204030204"/>
                <a:ea typeface="+mn-ea"/>
                <a:cs typeface="+mn-cs"/>
              </a:rPr>
              <a:t>Advanced</a:t>
            </a:r>
            <a:r>
              <a:rPr kumimoji="0" lang="en-US" sz="1400" b="0" i="0" u="none" strike="noStrike" kern="1200" cap="none" spc="0" normalizeH="0" baseline="0" noProof="0" dirty="0">
                <a:ln>
                  <a:noFill/>
                </a:ln>
                <a:solidFill>
                  <a:srgbClr val="1C1C1C"/>
                </a:solidFill>
                <a:effectLst/>
                <a:uLnTx/>
                <a:uFillTx/>
                <a:latin typeface="Segoe Sans Text" panose="020F0502020204030204"/>
                <a:ea typeface="+mn-ea"/>
                <a:cs typeface="+mn-cs"/>
              </a:rPr>
              <a:t> : $240 per processing unit</a:t>
            </a:r>
            <a:endParaRPr kumimoji="0" lang="en-US" sz="1600" b="0" i="0" u="none" strike="noStrike" kern="1200" cap="none" spc="0" normalizeH="0" baseline="0" noProof="0" dirty="0">
              <a:ln>
                <a:noFill/>
              </a:ln>
              <a:solidFill>
                <a:srgbClr val="1C1C1C"/>
              </a:solidFill>
              <a:effectLst/>
              <a:uLnTx/>
              <a:uFillTx/>
              <a:latin typeface="Segoe Sans Text" panose="020F0502020204030204"/>
              <a:ea typeface="+mn-ea"/>
              <a:cs typeface="+mn-cs"/>
            </a:endParaRPr>
          </a:p>
        </p:txBody>
      </p:sp>
    </p:spTree>
    <p:extLst>
      <p:ext uri="{BB962C8B-B14F-4D97-AF65-F5344CB8AC3E}">
        <p14:creationId xmlns:p14="http://schemas.microsoft.com/office/powerpoint/2010/main" val="1557534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itle Slides">
  <a:themeElements>
    <a:clrScheme name="Custom 1">
      <a:dk1>
        <a:srgbClr val="225B61"/>
      </a:dk1>
      <a:lt1>
        <a:srgbClr val="000000"/>
      </a:lt1>
      <a:dk2>
        <a:srgbClr val="B9DCD2"/>
      </a:dk2>
      <a:lt2>
        <a:srgbClr val="49C5B1"/>
      </a:lt2>
      <a:accent1>
        <a:srgbClr val="8DE971"/>
      </a:accent1>
      <a:accent2>
        <a:srgbClr val="0078D3"/>
      </a:accent2>
      <a:accent3>
        <a:srgbClr val="8661C5"/>
      </a:accent3>
      <a:accent4>
        <a:srgbClr val="C03BC3"/>
      </a:accent4>
      <a:accent5>
        <a:srgbClr val="FFB900"/>
      </a:accent5>
      <a:accent6>
        <a:srgbClr val="F3364C"/>
      </a:accent6>
      <a:hlink>
        <a:srgbClr val="225B61"/>
      </a:hlink>
      <a:folHlink>
        <a:srgbClr val="8DC8E8"/>
      </a:folHlink>
    </a:clrScheme>
    <a:fontScheme name="Custom 20">
      <a:majorFont>
        <a:latin typeface="Segoe Sans Display"/>
        <a:ea typeface=""/>
        <a:cs typeface=""/>
      </a:majorFont>
      <a:minorFont>
        <a:latin typeface="Segoe Sans Tex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2Color _Microsoft Fabric Master Slide Template PPT" id="{C4955310-1F75-CB41-AE88-3C74BC568F8B}" vid="{D64952BC-5741-F749-9CC7-11175F2699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6D235E0236944CB2D0154C00AD9253" ma:contentTypeVersion="26" ma:contentTypeDescription="Create a new document." ma:contentTypeScope="" ma:versionID="41aa48f0d0fcd022d15edc1db881b801">
  <xsd:schema xmlns:xsd="http://www.w3.org/2001/XMLSchema" xmlns:xs="http://www.w3.org/2001/XMLSchema" xmlns:p="http://schemas.microsoft.com/office/2006/metadata/properties" xmlns:ns1="http://schemas.microsoft.com/sharepoint/v3" xmlns:ns2="07c5dfa0-33a3-47dd-bfb7-87fb96739115" xmlns:ns3="b1c3d6fc-5689-40cc-899d-3b916b4ff5bf" xmlns:ns4="230e9df3-be65-4c73-a93b-d1236ebd677e" targetNamespace="http://schemas.microsoft.com/office/2006/metadata/properties" ma:root="true" ma:fieldsID="ad11de25f3f36b6e7a16ba6e6aa81921" ns1:_="" ns2:_="" ns3:_="" ns4:_="">
    <xsd:import namespace="http://schemas.microsoft.com/sharepoint/v3"/>
    <xsd:import namespace="07c5dfa0-33a3-47dd-bfb7-87fb96739115"/>
    <xsd:import namespace="b1c3d6fc-5689-40cc-899d-3b916b4ff5bf"/>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Statu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Date" minOccurs="0"/>
                <xsd:element ref="ns2:Time" minOccurs="0"/>
                <xsd:element ref="ns2:test" minOccurs="0"/>
                <xsd:element ref="ns2:MediaServiceLocation"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c5dfa0-33a3-47dd-bfb7-87fb967391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Status" ma:index="18" nillable="true" ma:displayName="Status" ma:format="Dropdown" ma:internalName="Status">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 ma:index="25" nillable="true" ma:displayName="Date" ma:format="DateOnly" ma:internalName="Date">
      <xsd:simpleType>
        <xsd:restriction base="dms:DateTime"/>
      </xsd:simpleType>
    </xsd:element>
    <xsd:element name="Time" ma:index="26" nillable="true" ma:displayName="Time" ma:format="DateTime" ma:internalName="Time">
      <xsd:simpleType>
        <xsd:restriction base="dms:DateTime"/>
      </xsd:simpleType>
    </xsd:element>
    <xsd:element name="test" ma:index="27" nillable="true" ma:displayName="test" ma:format="DateOnly" ma:internalName="test">
      <xsd:simpleType>
        <xsd:restriction base="dms:DateTime"/>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3d6fc-5689-40cc-899d-3b916b4ff5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603ea5b-56ba-41f6-bada-27c0bbbe9ac1}" ma:internalName="TaxCatchAll" ma:showField="CatchAllData" ma:web="b1c3d6fc-5689-40cc-899d-3b916b4ff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b1c3d6fc-5689-40cc-899d-3b916b4ff5bf">
      <UserInfo>
        <DisplayName>Ronald Chang</DisplayName>
        <AccountId>26</AccountId>
        <AccountType/>
      </UserInfo>
      <UserInfo>
        <DisplayName>Ellie Lawler</DisplayName>
        <AccountId>207</AccountId>
        <AccountType/>
      </UserInfo>
      <UserInfo>
        <DisplayName>Miwa Monji</DisplayName>
        <AccountId>136</AccountId>
        <AccountType/>
      </UserInfo>
      <UserInfo>
        <DisplayName>Sharif Islam</DisplayName>
        <AccountId>622</AccountId>
        <AccountType/>
      </UserInfo>
      <UserInfo>
        <DisplayName>Jeeva Akr</DisplayName>
        <AccountId>39</AccountId>
        <AccountType/>
      </UserInfo>
      <UserInfo>
        <DisplayName>Jason Pereira</DisplayName>
        <AccountId>1123</AccountId>
        <AccountType/>
      </UserInfo>
      <UserInfo>
        <DisplayName>Will Johnson (GBB)</DisplayName>
        <AccountId>470</AccountId>
        <AccountType/>
      </UserInfo>
      <UserInfo>
        <DisplayName>Thasmika Gokal</DisplayName>
        <AccountId>142</AccountId>
        <AccountType/>
      </UserInfo>
      <UserInfo>
        <DisplayName>Cillian Mitchell</DisplayName>
        <AccountId>36</AccountId>
        <AccountType/>
      </UserInfo>
      <UserInfo>
        <DisplayName>Rajeev Jain</DisplayName>
        <AccountId>110</AccountId>
        <AccountType/>
      </UserInfo>
      <UserInfo>
        <DisplayName>Nellie Vasiliev (AG Consulting Partners, Inc.)</DisplayName>
        <AccountId>16</AccountId>
        <AccountType/>
      </UserInfo>
      <UserInfo>
        <DisplayName>Binaka Sankaran</DisplayName>
        <AccountId>745</AccountId>
        <AccountType/>
      </UserInfo>
      <UserInfo>
        <DisplayName>Ege Onelcin</DisplayName>
        <AccountId>42</AccountId>
        <AccountType/>
      </UserInfo>
      <UserInfo>
        <DisplayName>Karlien Vanden Eynde</DisplayName>
        <AccountId>18</AccountId>
        <AccountType/>
      </UserInfo>
      <UserInfo>
        <DisplayName>Swetha Mannepalli</DisplayName>
        <AccountId>8</AccountId>
        <AccountType/>
      </UserInfo>
      <UserInfo>
        <DisplayName>Dan Houdek</DisplayName>
        <AccountId>95</AccountId>
        <AccountType/>
      </UserInfo>
      <UserInfo>
        <DisplayName>Carlos Herquinio</DisplayName>
        <AccountId>1441</AccountId>
        <AccountType/>
      </UserInfo>
      <UserInfo>
        <DisplayName>Mohini Verma</DisplayName>
        <AccountId>1442</AccountId>
        <AccountType/>
      </UserInfo>
      <UserInfo>
        <DisplayName>Leighton Searle</DisplayName>
        <AccountId>1427</AccountId>
        <AccountType/>
      </UserInfo>
      <UserInfo>
        <DisplayName>Vaishali Chawan</DisplayName>
        <AccountId>633</AccountId>
        <AccountType/>
      </UserInfo>
      <UserInfo>
        <DisplayName>Tonio Lora</DisplayName>
        <AccountId>673</AccountId>
        <AccountType/>
      </UserInfo>
      <UserInfo>
        <DisplayName>Craig Butler</DisplayName>
        <AccountId>1158</AccountId>
        <AccountType/>
      </UserInfo>
      <UserInfo>
        <DisplayName>Kathrine Lord</DisplayName>
        <AccountId>1443</AccountId>
        <AccountType/>
      </UserInfo>
      <UserInfo>
        <DisplayName>Nilesh Khatri</DisplayName>
        <AccountId>826</AccountId>
        <AccountType/>
      </UserInfo>
      <UserInfo>
        <DisplayName>Mark Chen</DisplayName>
        <AccountId>813</AccountId>
        <AccountType/>
      </UserInfo>
      <UserInfo>
        <DisplayName>Suma Manohar</DisplayName>
        <AccountId>827</AccountId>
        <AccountType/>
      </UserInfo>
      <UserInfo>
        <DisplayName>Mo Lin</DisplayName>
        <AccountId>679</AccountId>
        <AccountType/>
      </UserInfo>
      <UserInfo>
        <DisplayName>Ravikanth Musti</DisplayName>
        <AccountId>639</AccountId>
        <AccountType/>
      </UserInfo>
      <UserInfo>
        <DisplayName>Debananda Ghosh</DisplayName>
        <AccountId>488</AccountId>
        <AccountType/>
      </UserInfo>
      <UserInfo>
        <DisplayName>Sana Sanai</DisplayName>
        <AccountId>825</AccountId>
        <AccountType/>
      </UserInfo>
      <UserInfo>
        <DisplayName>Nazeer Ali Mohammed</DisplayName>
        <AccountId>635</AccountId>
        <AccountType/>
      </UserInfo>
      <UserInfo>
        <DisplayName>Elizabeth Antoine</DisplayName>
        <AccountId>829</AccountId>
        <AccountType/>
      </UserInfo>
      <UserInfo>
        <DisplayName>Amjad Muhammad Khan</DisplayName>
        <AccountId>759</AccountId>
        <AccountType/>
      </UserInfo>
      <UserInfo>
        <DisplayName>Ayman Dabees</DisplayName>
        <AccountId>692</AccountId>
        <AccountType/>
      </UserInfo>
      <UserInfo>
        <DisplayName>Keyuna Evans (CELA)</DisplayName>
        <AccountId>239</AccountId>
        <AccountType/>
      </UserInfo>
      <UserInfo>
        <DisplayName>Nevenka Scott</DisplayName>
        <AccountId>1139</AccountId>
        <AccountType/>
      </UserInfo>
      <UserInfo>
        <DisplayName>Brian Robinson (CELA)</DisplayName>
        <AccountId>988</AccountId>
        <AccountType/>
      </UserInfo>
      <UserInfo>
        <DisplayName>Nicholas Wolfe (CELA)</DisplayName>
        <AccountId>1452</AccountId>
        <AccountType/>
      </UserInfo>
      <UserInfo>
        <DisplayName>Phiania Macpherson</DisplayName>
        <AccountId>1470</AccountId>
        <AccountType/>
      </UserInfo>
      <UserInfo>
        <DisplayName>Tulsi Wansai [Chillibreeze]</DisplayName>
        <AccountId>1419</AccountId>
        <AccountType/>
      </UserInfo>
      <UserInfo>
        <DisplayName>Wangui McKelvey</DisplayName>
        <AccountId>567</AccountId>
        <AccountType/>
      </UserInfo>
      <UserInfo>
        <DisplayName>Jermey Evans (CW)</DisplayName>
        <AccountId>644</AccountId>
        <AccountType/>
      </UserInfo>
      <UserInfo>
        <DisplayName>Macy Byerly</DisplayName>
        <AccountId>1617</AccountId>
        <AccountType/>
      </UserInfo>
      <UserInfo>
        <DisplayName>Rachel Bshero</DisplayName>
        <AccountId>573</AccountId>
        <AccountType/>
      </UserInfo>
      <UserInfo>
        <DisplayName>Lauren Ward</DisplayName>
        <AccountId>345</AccountId>
        <AccountType/>
      </UserInfo>
      <UserInfo>
        <DisplayName>Tyler Mays-Childers (he/him)</DisplayName>
        <AccountId>33</AccountId>
        <AccountType/>
      </UserInfo>
      <UserInfo>
        <DisplayName>Katherine Smiley (We Are Rosie LLC)</DisplayName>
        <AccountId>1341</AccountId>
        <AccountType/>
      </UserInfo>
    </SharedWithUsers>
    <TaxCatchAll xmlns="230e9df3-be65-4c73-a93b-d1236ebd677e" xsi:nil="true"/>
    <lcf76f155ced4ddcb4097134ff3c332f xmlns="07c5dfa0-33a3-47dd-bfb7-87fb96739115">
      <Terms xmlns="http://schemas.microsoft.com/office/infopath/2007/PartnerControls"/>
    </lcf76f155ced4ddcb4097134ff3c332f>
    <test xmlns="07c5dfa0-33a3-47dd-bfb7-87fb96739115" xsi:nil="true"/>
    <Time xmlns="07c5dfa0-33a3-47dd-bfb7-87fb96739115" xsi:nil="true"/>
    <Status xmlns="07c5dfa0-33a3-47dd-bfb7-87fb96739115" xsi:nil="true"/>
    <Date xmlns="07c5dfa0-33a3-47dd-bfb7-87fb96739115" xsi:nil="true"/>
  </documentManagement>
</p:properties>
</file>

<file path=customXml/itemProps1.xml><?xml version="1.0" encoding="utf-8"?>
<ds:datastoreItem xmlns:ds="http://schemas.openxmlformats.org/officeDocument/2006/customXml" ds:itemID="{8552522C-5F65-440E-AA4D-509D313DD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7c5dfa0-33a3-47dd-bfb7-87fb96739115"/>
    <ds:schemaRef ds:uri="b1c3d6fc-5689-40cc-899d-3b916b4ff5b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5624A2-8889-4574-B194-C786A1454E54}">
  <ds:schemaRefs>
    <ds:schemaRef ds:uri="http://schemas.microsoft.com/sharepoint/v3/contenttype/forms"/>
  </ds:schemaRefs>
</ds:datastoreItem>
</file>

<file path=customXml/itemProps3.xml><?xml version="1.0" encoding="utf-8"?>
<ds:datastoreItem xmlns:ds="http://schemas.openxmlformats.org/officeDocument/2006/customXml" ds:itemID="{FAA2F610-1193-44B2-A4F0-A119C8973799}">
  <ds:schemaRefs>
    <ds:schemaRef ds:uri="http://purl.org/dc/elements/1.1/"/>
    <ds:schemaRef ds:uri="http://schemas.microsoft.com/sharepoint/v3"/>
    <ds:schemaRef ds:uri="b1c3d6fc-5689-40cc-899d-3b916b4ff5bf"/>
    <ds:schemaRef ds:uri="http://schemas.openxmlformats.org/package/2006/metadata/core-properties"/>
    <ds:schemaRef ds:uri="http://schemas.microsoft.com/office/2006/metadata/properties"/>
    <ds:schemaRef ds:uri="http://purl.org/dc/terms/"/>
    <ds:schemaRef ds:uri="http://schemas.microsoft.com/office/2006/documentManagement/types"/>
    <ds:schemaRef ds:uri="07c5dfa0-33a3-47dd-bfb7-87fb96739115"/>
    <ds:schemaRef ds:uri="http://schemas.microsoft.com/office/infopath/2007/PartnerControls"/>
    <ds:schemaRef ds:uri="230e9df3-be65-4c73-a93b-d1236ebd677e"/>
    <ds:schemaRef ds:uri="http://www.w3.org/XML/1998/namespace"/>
    <ds:schemaRef ds:uri="http://purl.org/dc/dcmityp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22830</TotalTime>
  <Words>1041</Words>
  <Application>Microsoft Macintosh PowerPoint</Application>
  <PresentationFormat>Widescreen</PresentationFormat>
  <Paragraphs>189</Paragraphs>
  <Slides>7</Slides>
  <Notes>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9" baseType="lpstr">
      <vt:lpstr>Aptos</vt:lpstr>
      <vt:lpstr>Arial</vt:lpstr>
      <vt:lpstr>Segoe Sans Display</vt:lpstr>
      <vt:lpstr>Segoe Sans Display Semibold</vt:lpstr>
      <vt:lpstr>Segoe Sans Small Semilight</vt:lpstr>
      <vt:lpstr>Segoe Sans Text</vt:lpstr>
      <vt:lpstr>Segoe UI</vt:lpstr>
      <vt:lpstr>Segoe UI Semibold</vt:lpstr>
      <vt:lpstr>Tenorite</vt:lpstr>
      <vt:lpstr>Wingdings</vt:lpstr>
      <vt:lpstr>Title Slides</vt:lpstr>
      <vt:lpstr>think-cell Slide</vt:lpstr>
      <vt:lpstr>Governance and Compliance with Microsoft Purview  Pricing</vt:lpstr>
      <vt:lpstr>Microsoft Purview</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Purview-overview</dc:title>
  <dc:creator>Cillian Mitchell</dc:creator>
  <cp:lastModifiedBy>MOD Administrator</cp:lastModifiedBy>
  <cp:revision>11</cp:revision>
  <cp:lastPrinted>2025-06-18T05:57:52Z</cp:lastPrinted>
  <dcterms:created xsi:type="dcterms:W3CDTF">2024-01-23T16:36:38Z</dcterms:created>
  <dcterms:modified xsi:type="dcterms:W3CDTF">2026-02-10T14:50:04Z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0x010100D86D235E0236944CB2D0154C00AD9253</vt:lpwstr>
  </property>
  <property fmtid="{D5CDD505-2E9C-101B-9397-08002B2CF9AE}" pid="3" name="MediaServiceImageTags">
    <vt:lpwstr/>
  </property>
  <property fmtid="{D5CDD505-2E9C-101B-9397-08002B2CF9AE}" pid="4" name="_dlc_policyId">
    <vt:lpwstr>0x01010070AB3889E58DB141A6E1281B02136174|-369733750</vt:lpwstr>
  </property>
  <property fmtid="{D5CDD505-2E9C-101B-9397-08002B2CF9AE}" pid="5"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