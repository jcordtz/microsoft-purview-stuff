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9" r:id="rId4"/>
  </p:sldMasterIdLst>
  <p:notesMasterIdLst>
    <p:notesMasterId r:id="rId27"/>
  </p:notesMasterIdLst>
  <p:handoutMasterIdLst>
    <p:handoutMasterId r:id="rId28"/>
  </p:handoutMasterIdLst>
  <p:sldIdLst>
    <p:sldId id="2147477909" r:id="rId5"/>
    <p:sldId id="260" r:id="rId6"/>
    <p:sldId id="270" r:id="rId7"/>
    <p:sldId id="271" r:id="rId8"/>
    <p:sldId id="2147483609" r:id="rId9"/>
    <p:sldId id="257" r:id="rId10"/>
    <p:sldId id="268" r:id="rId11"/>
    <p:sldId id="258" r:id="rId12"/>
    <p:sldId id="259" r:id="rId13"/>
    <p:sldId id="2147483602" r:id="rId14"/>
    <p:sldId id="269" r:id="rId15"/>
    <p:sldId id="2147483610" r:id="rId16"/>
    <p:sldId id="2147483603" r:id="rId17"/>
    <p:sldId id="2147483604" r:id="rId18"/>
    <p:sldId id="2147483606" r:id="rId19"/>
    <p:sldId id="2147483605" r:id="rId20"/>
    <p:sldId id="2147483607" r:id="rId21"/>
    <p:sldId id="2147483608" r:id="rId22"/>
    <p:sldId id="2147483611" r:id="rId23"/>
    <p:sldId id="264" r:id="rId24"/>
    <p:sldId id="265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rview" id="{7593C3AB-83D1-4EA4-8289-D2C7D92A583A}">
          <p14:sldIdLst>
            <p14:sldId id="2147477909"/>
            <p14:sldId id="260"/>
            <p14:sldId id="270"/>
            <p14:sldId id="271"/>
            <p14:sldId id="2147483609"/>
            <p14:sldId id="257"/>
            <p14:sldId id="268"/>
            <p14:sldId id="258"/>
            <p14:sldId id="259"/>
            <p14:sldId id="2147483602"/>
            <p14:sldId id="269"/>
            <p14:sldId id="2147483610"/>
            <p14:sldId id="2147483603"/>
            <p14:sldId id="2147483604"/>
            <p14:sldId id="2147483606"/>
            <p14:sldId id="2147483605"/>
            <p14:sldId id="2147483607"/>
            <p14:sldId id="2147483608"/>
            <p14:sldId id="2147483611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41745-652E-2147-2A4A-50176497E60F}" name="Keyuna Evans (CELA)" initials="K(" userId="S::keevans@microsoft.com::653310ed-6ca1-49d8-8b9c-3ff545fb456e" providerId="AD"/>
  <p188:author id="{4EF46D45-980D-9BDC-170B-86C0E967B25D}" name="Jermey Evans (CW)" initials="JE" userId="S::c-jermey.evans@unifyconsulting.com::cd66065b-8769-42d9-96d5-f84ec8f9f654" providerId="AD"/>
  <p188:author id="{B3D9D7A0-C492-EB33-E6B4-2EBF96925583}" name="Adi Regev" initials="AR" userId="S::adiregev@microsoft.com::13f43db5-1dcf-4dcb-b869-e14646c2a1b4" providerId="AD"/>
  <p188:author id="{7A6080A2-1382-B2F3-6F26-61C055460B22}" name="Cillian Mitchell" initials="CM" userId="S::cimitchell@microsoft.com::52ba4ba3-eafd-460a-98fa-bbd73a3d9c67" providerId="AD"/>
  <p188:author id="{43959FE5-22A0-F8C5-57E3-3E90ACBC26CE}" name="Ellie Lawler" initials="EL" userId="S::ellawler@microsoft.com::05e0f727-5dad-414b-96e1-113a11acf1b4" providerId="AD"/>
  <p188:author id="{251498F4-C808-92C1-FF8C-13AD461FA6B2}" name="Tonio Lora" initials="TL" userId="S::anlo@microsoft.com::03824593-714e-4d0e-bb47-efb9476da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9"/>
    <a:srgbClr val="46BDAA"/>
    <a:srgbClr val="0078D4"/>
    <a:srgbClr val="FFF8F3"/>
    <a:srgbClr val="C03BC4"/>
    <a:srgbClr val="CDC7BB"/>
    <a:srgbClr val="49C5B1"/>
    <a:srgbClr val="A84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4F574-2241-A64E-A912-6CB452B8331E}" v="42" dt="2026-03-25T11:50:33.368"/>
  </p1510:revLst>
</p1510:revInfo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7"/>
    <p:restoredTop sz="94701" autoAdjust="0"/>
  </p:normalViewPr>
  <p:slideViewPr>
    <p:cSldViewPr snapToGrid="0">
      <p:cViewPr>
        <p:scale>
          <a:sx n="120" d="100"/>
          <a:sy n="120" d="100"/>
        </p:scale>
        <p:origin x="184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Cordtz" userId="b5e592fb-fc8b-4323-a97d-691438b2e2da" providerId="ADAL" clId="{4E22EDF5-2883-5D57-B9C7-04E66950367B}"/>
    <pc:docChg chg="undo custSel addSld delSld modSld sldOrd delSection modSection">
      <pc:chgData name="Jan Cordtz" userId="b5e592fb-fc8b-4323-a97d-691438b2e2da" providerId="ADAL" clId="{4E22EDF5-2883-5D57-B9C7-04E66950367B}" dt="2026-03-25T11:50:44.270" v="1326" actId="20577"/>
      <pc:docMkLst>
        <pc:docMk/>
      </pc:docMkLst>
      <pc:sldChg chg="modSp add mod modTransition">
        <pc:chgData name="Jan Cordtz" userId="b5e592fb-fc8b-4323-a97d-691438b2e2da" providerId="ADAL" clId="{4E22EDF5-2883-5D57-B9C7-04E66950367B}" dt="2026-03-25T08:09:23.354" v="446" actId="20577"/>
        <pc:sldMkLst>
          <pc:docMk/>
          <pc:sldMk cId="0" sldId="257"/>
        </pc:sldMkLst>
        <pc:graphicFrameChg chg="mod modGraphic">
          <ac:chgData name="Jan Cordtz" userId="b5e592fb-fc8b-4323-a97d-691438b2e2da" providerId="ADAL" clId="{4E22EDF5-2883-5D57-B9C7-04E66950367B}" dt="2026-03-25T08:09:23.354" v="446" actId="20577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  <pc:sldChg chg="modSp add mod modTransition">
        <pc:chgData name="Jan Cordtz" userId="b5e592fb-fc8b-4323-a97d-691438b2e2da" providerId="ADAL" clId="{4E22EDF5-2883-5D57-B9C7-04E66950367B}" dt="2026-03-25T08:15:52.916" v="567" actId="2165"/>
        <pc:sldMkLst>
          <pc:docMk/>
          <pc:sldMk cId="0" sldId="258"/>
        </pc:sldMkLst>
        <pc:graphicFrameChg chg="mod modGraphic">
          <ac:chgData name="Jan Cordtz" userId="b5e592fb-fc8b-4323-a97d-691438b2e2da" providerId="ADAL" clId="{4E22EDF5-2883-5D57-B9C7-04E66950367B}" dt="2026-03-25T08:15:52.916" v="567" actId="2165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modSp add mod modTransition">
        <pc:chgData name="Jan Cordtz" userId="b5e592fb-fc8b-4323-a97d-691438b2e2da" providerId="ADAL" clId="{4E22EDF5-2883-5D57-B9C7-04E66950367B}" dt="2026-03-25T08:22:23.378" v="730" actId="20577"/>
        <pc:sldMkLst>
          <pc:docMk/>
          <pc:sldMk cId="0" sldId="259"/>
        </pc:sldMkLst>
        <pc:spChg chg="mod">
          <ac:chgData name="Jan Cordtz" userId="b5e592fb-fc8b-4323-a97d-691438b2e2da" providerId="ADAL" clId="{4E22EDF5-2883-5D57-B9C7-04E66950367B}" dt="2026-03-25T08:17:34.804" v="65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Jan Cordtz" userId="b5e592fb-fc8b-4323-a97d-691438b2e2da" providerId="ADAL" clId="{4E22EDF5-2883-5D57-B9C7-04E66950367B}" dt="2026-03-25T06:37:03.486" v="87" actId="1076"/>
          <ac:spMkLst>
            <pc:docMk/>
            <pc:sldMk cId="0" sldId="259"/>
            <ac:spMk id="5" creationId="{039EEE31-DF37-07A6-CBAC-2E889C1A373B}"/>
          </ac:spMkLst>
        </pc:spChg>
        <pc:graphicFrameChg chg="mod modGraphic">
          <ac:chgData name="Jan Cordtz" userId="b5e592fb-fc8b-4323-a97d-691438b2e2da" providerId="ADAL" clId="{4E22EDF5-2883-5D57-B9C7-04E66950367B}" dt="2026-03-25T08:22:23.378" v="730" actId="20577"/>
          <ac:graphicFrameMkLst>
            <pc:docMk/>
            <pc:sldMk cId="0" sldId="259"/>
            <ac:graphicFrameMk id="4" creationId="{00000000-0000-0000-0000-000000000000}"/>
          </ac:graphicFrameMkLst>
        </pc:graphicFrameChg>
      </pc:sldChg>
      <pc:sldChg chg="modSp add mod modTransition">
        <pc:chgData name="Jan Cordtz" userId="b5e592fb-fc8b-4323-a97d-691438b2e2da" providerId="ADAL" clId="{4E22EDF5-2883-5D57-B9C7-04E66950367B}" dt="2026-03-25T06:33:50.522" v="40" actId="1076"/>
        <pc:sldMkLst>
          <pc:docMk/>
          <pc:sldMk cId="0" sldId="260"/>
        </pc:sldMkLst>
        <pc:spChg chg="mod">
          <ac:chgData name="Jan Cordtz" userId="b5e592fb-fc8b-4323-a97d-691438b2e2da" providerId="ADAL" clId="{4E22EDF5-2883-5D57-B9C7-04E66950367B}" dt="2026-03-25T06:33:50.522" v="40" actId="1076"/>
          <ac:spMkLst>
            <pc:docMk/>
            <pc:sldMk cId="0" sldId="260"/>
            <ac:spMk id="4" creationId="{00000000-0000-0000-0000-000000000000}"/>
          </ac:spMkLst>
        </pc:spChg>
      </pc:sldChg>
      <pc:sldChg chg="modSp add del mod modTransition chgLayout">
        <pc:chgData name="Jan Cordtz" userId="b5e592fb-fc8b-4323-a97d-691438b2e2da" providerId="ADAL" clId="{4E22EDF5-2883-5D57-B9C7-04E66950367B}" dt="2026-03-25T11:34:00.575" v="1087" actId="2696"/>
        <pc:sldMkLst>
          <pc:docMk/>
          <pc:sldMk cId="577037638" sldId="261"/>
        </pc:sldMkLst>
        <pc:spChg chg="mod ord">
          <ac:chgData name="Jan Cordtz" userId="b5e592fb-fc8b-4323-a97d-691438b2e2da" providerId="ADAL" clId="{4E22EDF5-2883-5D57-B9C7-04E66950367B}" dt="2026-03-25T08:27:00.992" v="830" actId="700"/>
          <ac:spMkLst>
            <pc:docMk/>
            <pc:sldMk cId="577037638" sldId="261"/>
            <ac:spMk id="2" creationId="{03B8B9C5-7F49-EA1B-E376-04E1D826461C}"/>
          </ac:spMkLst>
        </pc:spChg>
        <pc:spChg chg="mod">
          <ac:chgData name="Jan Cordtz" userId="b5e592fb-fc8b-4323-a97d-691438b2e2da" providerId="ADAL" clId="{4E22EDF5-2883-5D57-B9C7-04E66950367B}" dt="2026-03-25T06:38:22.043" v="96" actId="1076"/>
          <ac:spMkLst>
            <pc:docMk/>
            <pc:sldMk cId="577037638" sldId="261"/>
            <ac:spMk id="4" creationId="{FE18875A-CEAD-2966-A437-98804F98187F}"/>
          </ac:spMkLst>
        </pc:spChg>
        <pc:graphicFrameChg chg="mod modGraphic">
          <ac:chgData name="Jan Cordtz" userId="b5e592fb-fc8b-4323-a97d-691438b2e2da" providerId="ADAL" clId="{4E22EDF5-2883-5D57-B9C7-04E66950367B}" dt="2026-03-25T08:28:35.165" v="838" actId="12385"/>
          <ac:graphicFrameMkLst>
            <pc:docMk/>
            <pc:sldMk cId="577037638" sldId="261"/>
            <ac:graphicFrameMk id="3" creationId="{45558538-1587-3D70-5F15-707F7D3CE41C}"/>
          </ac:graphicFrameMkLst>
        </pc:graphicFrameChg>
      </pc:sldChg>
      <pc:sldChg chg="modSp add del mod modTransition">
        <pc:chgData name="Jan Cordtz" userId="b5e592fb-fc8b-4323-a97d-691438b2e2da" providerId="ADAL" clId="{4E22EDF5-2883-5D57-B9C7-04E66950367B}" dt="2026-03-25T11:34:03.824" v="1088" actId="2696"/>
        <pc:sldMkLst>
          <pc:docMk/>
          <pc:sldMk cId="3345577195" sldId="262"/>
        </pc:sldMkLst>
        <pc:spChg chg="mod">
          <ac:chgData name="Jan Cordtz" userId="b5e592fb-fc8b-4323-a97d-691438b2e2da" providerId="ADAL" clId="{4E22EDF5-2883-5D57-B9C7-04E66950367B}" dt="2026-03-25T08:40:41.122" v="924" actId="1076"/>
          <ac:spMkLst>
            <pc:docMk/>
            <pc:sldMk cId="3345577195" sldId="262"/>
            <ac:spMk id="5" creationId="{5D1627E9-5080-B7C0-511F-B5DC81B5E125}"/>
          </ac:spMkLst>
        </pc:spChg>
        <pc:graphicFrameChg chg="mod modGraphic">
          <ac:chgData name="Jan Cordtz" userId="b5e592fb-fc8b-4323-a97d-691438b2e2da" providerId="ADAL" clId="{4E22EDF5-2883-5D57-B9C7-04E66950367B}" dt="2026-03-25T08:39:59.710" v="920" actId="1076"/>
          <ac:graphicFrameMkLst>
            <pc:docMk/>
            <pc:sldMk cId="3345577195" sldId="262"/>
            <ac:graphicFrameMk id="3" creationId="{E05AEE60-85C5-FF09-F446-907070E671B5}"/>
          </ac:graphicFrameMkLst>
        </pc:graphicFrameChg>
      </pc:sldChg>
      <pc:sldChg chg="add del modTransition">
        <pc:chgData name="Jan Cordtz" userId="b5e592fb-fc8b-4323-a97d-691438b2e2da" providerId="ADAL" clId="{4E22EDF5-2883-5D57-B9C7-04E66950367B}" dt="2026-03-25T11:34:07.569" v="1089" actId="2696"/>
        <pc:sldMkLst>
          <pc:docMk/>
          <pc:sldMk cId="3166965708" sldId="263"/>
        </pc:sldMkLst>
      </pc:sldChg>
      <pc:sldChg chg="addSp delSp modSp add mod modTransition">
        <pc:chgData name="Jan Cordtz" userId="b5e592fb-fc8b-4323-a97d-691438b2e2da" providerId="ADAL" clId="{4E22EDF5-2883-5D57-B9C7-04E66950367B}" dt="2026-03-25T11:44:31.801" v="1172" actId="1076"/>
        <pc:sldMkLst>
          <pc:docMk/>
          <pc:sldMk cId="3263845388" sldId="264"/>
        </pc:sldMkLst>
        <pc:spChg chg="mod">
          <ac:chgData name="Jan Cordtz" userId="b5e592fb-fc8b-4323-a97d-691438b2e2da" providerId="ADAL" clId="{4E22EDF5-2883-5D57-B9C7-04E66950367B}" dt="2026-03-25T11:34:57.587" v="1094" actId="20577"/>
          <ac:spMkLst>
            <pc:docMk/>
            <pc:sldMk cId="3263845388" sldId="264"/>
            <ac:spMk id="2" creationId="{009A9C0C-74E6-A237-2C14-AA2E73AA6407}"/>
          </ac:spMkLst>
        </pc:spChg>
        <pc:spChg chg="add del mod">
          <ac:chgData name="Jan Cordtz" userId="b5e592fb-fc8b-4323-a97d-691438b2e2da" providerId="ADAL" clId="{4E22EDF5-2883-5D57-B9C7-04E66950367B}" dt="2026-03-25T11:39:04.586" v="1152" actId="478"/>
          <ac:spMkLst>
            <pc:docMk/>
            <pc:sldMk cId="3263845388" sldId="264"/>
            <ac:spMk id="3" creationId="{98A050B5-C851-7771-5DED-8299669349A7}"/>
          </ac:spMkLst>
        </pc:spChg>
        <pc:spChg chg="mod">
          <ac:chgData name="Jan Cordtz" userId="b5e592fb-fc8b-4323-a97d-691438b2e2da" providerId="ADAL" clId="{4E22EDF5-2883-5D57-B9C7-04E66950367B}" dt="2026-03-25T11:40:05.263" v="1157" actId="20577"/>
          <ac:spMkLst>
            <pc:docMk/>
            <pc:sldMk cId="3263845388" sldId="264"/>
            <ac:spMk id="4" creationId="{A99C2DD4-DB34-A616-896B-76D9E831356A}"/>
          </ac:spMkLst>
        </pc:spChg>
        <pc:spChg chg="add mod">
          <ac:chgData name="Jan Cordtz" userId="b5e592fb-fc8b-4323-a97d-691438b2e2da" providerId="ADAL" clId="{4E22EDF5-2883-5D57-B9C7-04E66950367B}" dt="2026-03-25T11:44:27.173" v="1171" actId="1076"/>
          <ac:spMkLst>
            <pc:docMk/>
            <pc:sldMk cId="3263845388" sldId="264"/>
            <ac:spMk id="5" creationId="{B8E46FB8-8F7D-59B5-BF50-DDFFF1EFD8C0}"/>
          </ac:spMkLst>
        </pc:spChg>
        <pc:spChg chg="add mod">
          <ac:chgData name="Jan Cordtz" userId="b5e592fb-fc8b-4323-a97d-691438b2e2da" providerId="ADAL" clId="{4E22EDF5-2883-5D57-B9C7-04E66950367B}" dt="2026-03-25T11:44:31.801" v="1172" actId="1076"/>
          <ac:spMkLst>
            <pc:docMk/>
            <pc:sldMk cId="3263845388" sldId="264"/>
            <ac:spMk id="6" creationId="{24BB8A91-96DF-B5D4-2BB1-E40F573A7E40}"/>
          </ac:spMkLst>
        </pc:spChg>
      </pc:sldChg>
      <pc:sldChg chg="addSp modSp add mod modTransition">
        <pc:chgData name="Jan Cordtz" userId="b5e592fb-fc8b-4323-a97d-691438b2e2da" providerId="ADAL" clId="{4E22EDF5-2883-5D57-B9C7-04E66950367B}" dt="2026-03-25T11:46:08.266" v="1205" actId="1076"/>
        <pc:sldMkLst>
          <pc:docMk/>
          <pc:sldMk cId="2097385974" sldId="265"/>
        </pc:sldMkLst>
        <pc:spChg chg="mod">
          <ac:chgData name="Jan Cordtz" userId="b5e592fb-fc8b-4323-a97d-691438b2e2da" providerId="ADAL" clId="{4E22EDF5-2883-5D57-B9C7-04E66950367B}" dt="2026-03-25T11:44:51.281" v="1175" actId="20577"/>
          <ac:spMkLst>
            <pc:docMk/>
            <pc:sldMk cId="2097385974" sldId="265"/>
            <ac:spMk id="2" creationId="{30F7DD53-BE79-00D1-36B6-6A59E5589CD2}"/>
          </ac:spMkLst>
        </pc:spChg>
        <pc:spChg chg="add mod">
          <ac:chgData name="Jan Cordtz" userId="b5e592fb-fc8b-4323-a97d-691438b2e2da" providerId="ADAL" clId="{4E22EDF5-2883-5D57-B9C7-04E66950367B}" dt="2026-03-25T11:46:08.266" v="1205" actId="1076"/>
          <ac:spMkLst>
            <pc:docMk/>
            <pc:sldMk cId="2097385974" sldId="265"/>
            <ac:spMk id="3" creationId="{7B77E312-3E99-0C5C-59B3-4CD279B63712}"/>
          </ac:spMkLst>
        </pc:spChg>
        <pc:spChg chg="mod">
          <ac:chgData name="Jan Cordtz" userId="b5e592fb-fc8b-4323-a97d-691438b2e2da" providerId="ADAL" clId="{4E22EDF5-2883-5D57-B9C7-04E66950367B}" dt="2026-03-25T11:45:50.120" v="1194" actId="21"/>
          <ac:spMkLst>
            <pc:docMk/>
            <pc:sldMk cId="2097385974" sldId="265"/>
            <ac:spMk id="4" creationId="{4B07C6D8-7AC4-20C8-097C-B6E1645CB4FE}"/>
          </ac:spMkLst>
        </pc:spChg>
      </pc:sldChg>
      <pc:sldChg chg="addSp modSp add mod modTransition">
        <pc:chgData name="Jan Cordtz" userId="b5e592fb-fc8b-4323-a97d-691438b2e2da" providerId="ADAL" clId="{4E22EDF5-2883-5D57-B9C7-04E66950367B}" dt="2026-03-25T11:48:21.151" v="1257" actId="1076"/>
        <pc:sldMkLst>
          <pc:docMk/>
          <pc:sldMk cId="1218845095" sldId="266"/>
        </pc:sldMkLst>
        <pc:spChg chg="mod">
          <ac:chgData name="Jan Cordtz" userId="b5e592fb-fc8b-4323-a97d-691438b2e2da" providerId="ADAL" clId="{4E22EDF5-2883-5D57-B9C7-04E66950367B}" dt="2026-03-25T11:46:36.918" v="1206"/>
          <ac:spMkLst>
            <pc:docMk/>
            <pc:sldMk cId="1218845095" sldId="266"/>
            <ac:spMk id="2" creationId="{F98E69F1-FFF0-4677-2AAF-84A71F9D9A0E}"/>
          </ac:spMkLst>
        </pc:spChg>
        <pc:spChg chg="add mod">
          <ac:chgData name="Jan Cordtz" userId="b5e592fb-fc8b-4323-a97d-691438b2e2da" providerId="ADAL" clId="{4E22EDF5-2883-5D57-B9C7-04E66950367B}" dt="2026-03-25T11:48:21.151" v="1257" actId="1076"/>
          <ac:spMkLst>
            <pc:docMk/>
            <pc:sldMk cId="1218845095" sldId="266"/>
            <ac:spMk id="3" creationId="{8AD4D88B-FE35-518F-5820-9EC5D8A40CDC}"/>
          </ac:spMkLst>
        </pc:spChg>
        <pc:spChg chg="mod">
          <ac:chgData name="Jan Cordtz" userId="b5e592fb-fc8b-4323-a97d-691438b2e2da" providerId="ADAL" clId="{4E22EDF5-2883-5D57-B9C7-04E66950367B}" dt="2026-03-25T11:47:50.233" v="1243" actId="21"/>
          <ac:spMkLst>
            <pc:docMk/>
            <pc:sldMk cId="1218845095" sldId="266"/>
            <ac:spMk id="4" creationId="{EDED0842-FFF2-CAB7-1DF5-6D365EAB8F59}"/>
          </ac:spMkLst>
        </pc:spChg>
        <pc:spChg chg="add mod">
          <ac:chgData name="Jan Cordtz" userId="b5e592fb-fc8b-4323-a97d-691438b2e2da" providerId="ADAL" clId="{4E22EDF5-2883-5D57-B9C7-04E66950367B}" dt="2026-03-25T11:48:16.355" v="1256" actId="1076"/>
          <ac:spMkLst>
            <pc:docMk/>
            <pc:sldMk cId="1218845095" sldId="266"/>
            <ac:spMk id="5" creationId="{8A7E6FE6-6ED7-4F41-C1C6-29B7F1FCE1B1}"/>
          </ac:spMkLst>
        </pc:spChg>
      </pc:sldChg>
      <pc:sldChg chg="modSp add mod modTransition">
        <pc:chgData name="Jan Cordtz" userId="b5e592fb-fc8b-4323-a97d-691438b2e2da" providerId="ADAL" clId="{4E22EDF5-2883-5D57-B9C7-04E66950367B}" dt="2026-03-25T08:26:23.901" v="828" actId="14734"/>
        <pc:sldMkLst>
          <pc:docMk/>
          <pc:sldMk cId="1238358384" sldId="268"/>
        </pc:sldMkLst>
        <pc:spChg chg="mod">
          <ac:chgData name="Jan Cordtz" userId="b5e592fb-fc8b-4323-a97d-691438b2e2da" providerId="ADAL" clId="{4E22EDF5-2883-5D57-B9C7-04E66950367B}" dt="2026-03-25T06:35:07.369" v="52" actId="1076"/>
          <ac:spMkLst>
            <pc:docMk/>
            <pc:sldMk cId="1238358384" sldId="268"/>
            <ac:spMk id="2" creationId="{488C14FF-8256-98A6-963F-14178A384F8B}"/>
          </ac:spMkLst>
        </pc:spChg>
        <pc:graphicFrameChg chg="mod modGraphic">
          <ac:chgData name="Jan Cordtz" userId="b5e592fb-fc8b-4323-a97d-691438b2e2da" providerId="ADAL" clId="{4E22EDF5-2883-5D57-B9C7-04E66950367B}" dt="2026-03-25T08:26:23.901" v="828" actId="14734"/>
          <ac:graphicFrameMkLst>
            <pc:docMk/>
            <pc:sldMk cId="1238358384" sldId="268"/>
            <ac:graphicFrameMk id="4" creationId="{0E4119A9-4351-27E0-9FDB-87A53A788519}"/>
          </ac:graphicFrameMkLst>
        </pc:graphicFrameChg>
      </pc:sldChg>
      <pc:sldChg chg="modSp add mod modTransition">
        <pc:chgData name="Jan Cordtz" userId="b5e592fb-fc8b-4323-a97d-691438b2e2da" providerId="ADAL" clId="{4E22EDF5-2883-5D57-B9C7-04E66950367B}" dt="2026-03-25T08:29:04.458" v="839"/>
        <pc:sldMkLst>
          <pc:docMk/>
          <pc:sldMk cId="3381508396" sldId="269"/>
        </pc:sldMkLst>
        <pc:graphicFrameChg chg="mod modGraphic">
          <ac:chgData name="Jan Cordtz" userId="b5e592fb-fc8b-4323-a97d-691438b2e2da" providerId="ADAL" clId="{4E22EDF5-2883-5D57-B9C7-04E66950367B}" dt="2026-03-25T08:29:04.458" v="839"/>
          <ac:graphicFrameMkLst>
            <pc:docMk/>
            <pc:sldMk cId="3381508396" sldId="269"/>
            <ac:graphicFrameMk id="4" creationId="{F7BD1106-8F2D-DC25-2174-798D28279C23}"/>
          </ac:graphicFrameMkLst>
        </pc:graphicFrameChg>
      </pc:sldChg>
      <pc:sldChg chg="modSp add mod modTransition">
        <pc:chgData name="Jan Cordtz" userId="b5e592fb-fc8b-4323-a97d-691438b2e2da" providerId="ADAL" clId="{4E22EDF5-2883-5D57-B9C7-04E66950367B}" dt="2026-03-25T06:34:10.977" v="46" actId="20577"/>
        <pc:sldMkLst>
          <pc:docMk/>
          <pc:sldMk cId="2610831614" sldId="270"/>
        </pc:sldMkLst>
        <pc:spChg chg="mod">
          <ac:chgData name="Jan Cordtz" userId="b5e592fb-fc8b-4323-a97d-691438b2e2da" providerId="ADAL" clId="{4E22EDF5-2883-5D57-B9C7-04E66950367B}" dt="2026-03-25T06:34:10.977" v="46" actId="20577"/>
          <ac:spMkLst>
            <pc:docMk/>
            <pc:sldMk cId="2610831614" sldId="270"/>
            <ac:spMk id="3" creationId="{5A4D14DC-8514-23F8-F367-BCCD2F7C86BE}"/>
          </ac:spMkLst>
        </pc:spChg>
      </pc:sldChg>
      <pc:sldChg chg="modSp add mod modTransition">
        <pc:chgData name="Jan Cordtz" userId="b5e592fb-fc8b-4323-a97d-691438b2e2da" providerId="ADAL" clId="{4E22EDF5-2883-5D57-B9C7-04E66950367B}" dt="2026-03-25T07:51:39.878" v="200" actId="1076"/>
        <pc:sldMkLst>
          <pc:docMk/>
          <pc:sldMk cId="2348982788" sldId="271"/>
        </pc:sldMkLst>
        <pc:spChg chg="mod">
          <ac:chgData name="Jan Cordtz" userId="b5e592fb-fc8b-4323-a97d-691438b2e2da" providerId="ADAL" clId="{4E22EDF5-2883-5D57-B9C7-04E66950367B}" dt="2026-03-25T07:51:39.878" v="200" actId="1076"/>
          <ac:spMkLst>
            <pc:docMk/>
            <pc:sldMk cId="2348982788" sldId="271"/>
            <ac:spMk id="3" creationId="{B3DFBC53-01B0-83D8-B908-60CCDEA2F67C}"/>
          </ac:spMkLst>
        </pc:spChg>
      </pc:sldChg>
      <pc:sldChg chg="modSp mod">
        <pc:chgData name="Jan Cordtz" userId="b5e592fb-fc8b-4323-a97d-691438b2e2da" providerId="ADAL" clId="{4E22EDF5-2883-5D57-B9C7-04E66950367B}" dt="2026-03-25T07:50:34.118" v="97" actId="313"/>
        <pc:sldMkLst>
          <pc:docMk/>
          <pc:sldMk cId="3886619284" sldId="2147477909"/>
        </pc:sldMkLst>
        <pc:spChg chg="mod">
          <ac:chgData name="Jan Cordtz" userId="b5e592fb-fc8b-4323-a97d-691438b2e2da" providerId="ADAL" clId="{4E22EDF5-2883-5D57-B9C7-04E66950367B}" dt="2026-03-25T07:50:34.118" v="97" actId="313"/>
          <ac:spMkLst>
            <pc:docMk/>
            <pc:sldMk cId="3886619284" sldId="2147477909"/>
            <ac:spMk id="37" creationId="{40CB8A5C-7978-D6DF-6BCB-6AA6077897C3}"/>
          </ac:spMkLst>
        </pc:spChg>
      </pc:sldChg>
      <pc:sldChg chg="del">
        <pc:chgData name="Jan Cordtz" userId="b5e592fb-fc8b-4323-a97d-691438b2e2da" providerId="ADAL" clId="{4E22EDF5-2883-5D57-B9C7-04E66950367B}" dt="2026-03-25T06:33:15.194" v="2" actId="2696"/>
        <pc:sldMkLst>
          <pc:docMk/>
          <pc:sldMk cId="2231082068" sldId="2147483490"/>
        </pc:sldMkLst>
      </pc:sldChg>
      <pc:sldChg chg="del">
        <pc:chgData name="Jan Cordtz" userId="b5e592fb-fc8b-4323-a97d-691438b2e2da" providerId="ADAL" clId="{4E22EDF5-2883-5D57-B9C7-04E66950367B}" dt="2026-03-25T06:33:12.222" v="1" actId="2696"/>
        <pc:sldMkLst>
          <pc:docMk/>
          <pc:sldMk cId="1672970223" sldId="2147483568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473467640" sldId="2147483569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163761281" sldId="2147483570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984833675" sldId="2147483571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490885412" sldId="2147483572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2518311603" sldId="2147483573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935313423" sldId="2147483574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626681911" sldId="2147483575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574119929" sldId="2147483576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728427726" sldId="2147483577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90895460" sldId="2147483578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465966057" sldId="2147483579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526806215" sldId="2147483580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2416198813" sldId="2147483581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639120964" sldId="2147483582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2875566700" sldId="2147483583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017308754" sldId="2147483584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20557164" sldId="2147483585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2993974711" sldId="2147483586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767629605" sldId="2147483587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431725204" sldId="2147483588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435770346" sldId="2147483589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9380322" sldId="2147483590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276985908" sldId="2147483591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918475903" sldId="2147483592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712704402" sldId="2147483593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519079924" sldId="2147483594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599966589" sldId="2147483595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247316402" sldId="2147483596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851071183" sldId="2147483597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963266431" sldId="2147483598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25046216" sldId="2147483599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1079046374" sldId="2147483600"/>
        </pc:sldMkLst>
      </pc:sldChg>
      <pc:sldChg chg="del">
        <pc:chgData name="Jan Cordtz" userId="b5e592fb-fc8b-4323-a97d-691438b2e2da" providerId="ADAL" clId="{4E22EDF5-2883-5D57-B9C7-04E66950367B}" dt="2026-03-25T11:34:34.039" v="1090" actId="2696"/>
        <pc:sldMkLst>
          <pc:docMk/>
          <pc:sldMk cId="3406640078" sldId="2147483601"/>
        </pc:sldMkLst>
      </pc:sldChg>
      <pc:sldChg chg="modSp add mod">
        <pc:chgData name="Jan Cordtz" userId="b5e592fb-fc8b-4323-a97d-691438b2e2da" providerId="ADAL" clId="{4E22EDF5-2883-5D57-B9C7-04E66950367B}" dt="2026-03-25T08:23:41.663" v="774" actId="20577"/>
        <pc:sldMkLst>
          <pc:docMk/>
          <pc:sldMk cId="4159391920" sldId="2147483602"/>
        </pc:sldMkLst>
        <pc:spChg chg="mod">
          <ac:chgData name="Jan Cordtz" userId="b5e592fb-fc8b-4323-a97d-691438b2e2da" providerId="ADAL" clId="{4E22EDF5-2883-5D57-B9C7-04E66950367B}" dt="2026-03-25T08:17:19.893" v="626" actId="20577"/>
          <ac:spMkLst>
            <pc:docMk/>
            <pc:sldMk cId="4159391920" sldId="2147483602"/>
            <ac:spMk id="2" creationId="{8D5B5B77-9CFF-7D51-8C3C-4FD5226F9DD9}"/>
          </ac:spMkLst>
        </pc:spChg>
        <pc:graphicFrameChg chg="modGraphic">
          <ac:chgData name="Jan Cordtz" userId="b5e592fb-fc8b-4323-a97d-691438b2e2da" providerId="ADAL" clId="{4E22EDF5-2883-5D57-B9C7-04E66950367B}" dt="2026-03-25T08:23:41.663" v="774" actId="20577"/>
          <ac:graphicFrameMkLst>
            <pc:docMk/>
            <pc:sldMk cId="4159391920" sldId="2147483602"/>
            <ac:graphicFrameMk id="4" creationId="{F93CCB87-37AC-721C-BA6F-5E119DFAEBF9}"/>
          </ac:graphicFrameMkLst>
        </pc:graphicFrameChg>
      </pc:sldChg>
      <pc:sldChg chg="addSp modSp add mod">
        <pc:chgData name="Jan Cordtz" userId="b5e592fb-fc8b-4323-a97d-691438b2e2da" providerId="ADAL" clId="{4E22EDF5-2883-5D57-B9C7-04E66950367B}" dt="2026-03-25T11:28:13.176" v="1061" actId="3626"/>
        <pc:sldMkLst>
          <pc:docMk/>
          <pc:sldMk cId="1109340538" sldId="2147483603"/>
        </pc:sldMkLst>
        <pc:spChg chg="mod">
          <ac:chgData name="Jan Cordtz" userId="b5e592fb-fc8b-4323-a97d-691438b2e2da" providerId="ADAL" clId="{4E22EDF5-2883-5D57-B9C7-04E66950367B}" dt="2026-03-25T08:37:40.155" v="885" actId="20577"/>
          <ac:spMkLst>
            <pc:docMk/>
            <pc:sldMk cId="1109340538" sldId="2147483603"/>
            <ac:spMk id="2" creationId="{83A20232-E241-F50B-644E-07A0A57C694A}"/>
          </ac:spMkLst>
        </pc:spChg>
        <pc:spChg chg="add mod">
          <ac:chgData name="Jan Cordtz" userId="b5e592fb-fc8b-4323-a97d-691438b2e2da" providerId="ADAL" clId="{4E22EDF5-2883-5D57-B9C7-04E66950367B}" dt="2026-03-25T11:23:41.568" v="1030" actId="1076"/>
          <ac:spMkLst>
            <pc:docMk/>
            <pc:sldMk cId="1109340538" sldId="2147483603"/>
            <ac:spMk id="3" creationId="{B1A6472B-6DB4-334C-81C2-0F8931BC58F4}"/>
          </ac:spMkLst>
        </pc:spChg>
        <pc:graphicFrameChg chg="mod modGraphic">
          <ac:chgData name="Jan Cordtz" userId="b5e592fb-fc8b-4323-a97d-691438b2e2da" providerId="ADAL" clId="{4E22EDF5-2883-5D57-B9C7-04E66950367B}" dt="2026-03-25T11:28:13.176" v="1061" actId="3626"/>
          <ac:graphicFrameMkLst>
            <pc:docMk/>
            <pc:sldMk cId="1109340538" sldId="2147483603"/>
            <ac:graphicFrameMk id="4" creationId="{5BD4FC3F-3F7B-6DFF-5F8B-8DDBB7BC6DF9}"/>
          </ac:graphicFrameMkLst>
        </pc:graphicFrameChg>
      </pc:sldChg>
      <pc:sldChg chg="addSp modSp add mod">
        <pc:chgData name="Jan Cordtz" userId="b5e592fb-fc8b-4323-a97d-691438b2e2da" providerId="ADAL" clId="{4E22EDF5-2883-5D57-B9C7-04E66950367B}" dt="2026-03-25T11:33:49.399" v="1086" actId="3626"/>
        <pc:sldMkLst>
          <pc:docMk/>
          <pc:sldMk cId="2772202081" sldId="2147483604"/>
        </pc:sldMkLst>
        <pc:spChg chg="mod">
          <ac:chgData name="Jan Cordtz" userId="b5e592fb-fc8b-4323-a97d-691438b2e2da" providerId="ADAL" clId="{4E22EDF5-2883-5D57-B9C7-04E66950367B}" dt="2026-03-25T08:37:50.044" v="902" actId="20577"/>
          <ac:spMkLst>
            <pc:docMk/>
            <pc:sldMk cId="2772202081" sldId="2147483604"/>
            <ac:spMk id="2" creationId="{EE863516-32EA-30B7-EEE3-35E588959723}"/>
          </ac:spMkLst>
        </pc:spChg>
        <pc:spChg chg="add mod">
          <ac:chgData name="Jan Cordtz" userId="b5e592fb-fc8b-4323-a97d-691438b2e2da" providerId="ADAL" clId="{4E22EDF5-2883-5D57-B9C7-04E66950367B}" dt="2026-03-25T11:23:29.916" v="1028" actId="1076"/>
          <ac:spMkLst>
            <pc:docMk/>
            <pc:sldMk cId="2772202081" sldId="2147483604"/>
            <ac:spMk id="3" creationId="{473449B9-34EC-C5C5-9A7A-1B97FFB20D5B}"/>
          </ac:spMkLst>
        </pc:spChg>
        <pc:graphicFrameChg chg="mod modGraphic">
          <ac:chgData name="Jan Cordtz" userId="b5e592fb-fc8b-4323-a97d-691438b2e2da" providerId="ADAL" clId="{4E22EDF5-2883-5D57-B9C7-04E66950367B}" dt="2026-03-25T11:33:49.399" v="1086" actId="3626"/>
          <ac:graphicFrameMkLst>
            <pc:docMk/>
            <pc:sldMk cId="2772202081" sldId="2147483604"/>
            <ac:graphicFrameMk id="4" creationId="{0F27C2A8-0D16-39AA-60BB-404BDB3F7FD7}"/>
          </ac:graphicFrameMkLst>
        </pc:graphicFrameChg>
      </pc:sldChg>
      <pc:sldChg chg="addSp modSp add mod">
        <pc:chgData name="Jan Cordtz" userId="b5e592fb-fc8b-4323-a97d-691438b2e2da" providerId="ADAL" clId="{4E22EDF5-2883-5D57-B9C7-04E66950367B}" dt="2026-03-25T11:15:27.470" v="967" actId="3626"/>
        <pc:sldMkLst>
          <pc:docMk/>
          <pc:sldMk cId="1539437628" sldId="2147483605"/>
        </pc:sldMkLst>
        <pc:spChg chg="mod">
          <ac:chgData name="Jan Cordtz" userId="b5e592fb-fc8b-4323-a97d-691438b2e2da" providerId="ADAL" clId="{4E22EDF5-2883-5D57-B9C7-04E66950367B}" dt="2026-03-25T08:41:18.562" v="957" actId="20577"/>
          <ac:spMkLst>
            <pc:docMk/>
            <pc:sldMk cId="1539437628" sldId="2147483605"/>
            <ac:spMk id="2" creationId="{7264E6BA-BF7C-DAF3-9DE6-F9F264A9F6DC}"/>
          </ac:spMkLst>
        </pc:spChg>
        <pc:spChg chg="add mod">
          <ac:chgData name="Jan Cordtz" userId="b5e592fb-fc8b-4323-a97d-691438b2e2da" providerId="ADAL" clId="{4E22EDF5-2883-5D57-B9C7-04E66950367B}" dt="2026-03-25T11:14:28.791" v="959" actId="1076"/>
          <ac:spMkLst>
            <pc:docMk/>
            <pc:sldMk cId="1539437628" sldId="2147483605"/>
            <ac:spMk id="3" creationId="{458AF1E3-37ED-D591-230A-F2A07094AFD2}"/>
          </ac:spMkLst>
        </pc:spChg>
        <pc:graphicFrameChg chg="mod modGraphic">
          <ac:chgData name="Jan Cordtz" userId="b5e592fb-fc8b-4323-a97d-691438b2e2da" providerId="ADAL" clId="{4E22EDF5-2883-5D57-B9C7-04E66950367B}" dt="2026-03-25T11:15:27.470" v="967" actId="3626"/>
          <ac:graphicFrameMkLst>
            <pc:docMk/>
            <pc:sldMk cId="1539437628" sldId="2147483605"/>
            <ac:graphicFrameMk id="4" creationId="{12EF4C0E-B598-B05F-F7EF-ECAA762AB9A1}"/>
          </ac:graphicFrameMkLst>
        </pc:graphicFrameChg>
      </pc:sldChg>
      <pc:sldChg chg="addSp modSp add mod ord">
        <pc:chgData name="Jan Cordtz" userId="b5e592fb-fc8b-4323-a97d-691438b2e2da" providerId="ADAL" clId="{4E22EDF5-2883-5D57-B9C7-04E66950367B}" dt="2026-03-25T11:16:53.376" v="978" actId="3626"/>
        <pc:sldMkLst>
          <pc:docMk/>
          <pc:sldMk cId="2811370108" sldId="2147483606"/>
        </pc:sldMkLst>
        <pc:spChg chg="mod">
          <ac:chgData name="Jan Cordtz" userId="b5e592fb-fc8b-4323-a97d-691438b2e2da" providerId="ADAL" clId="{4E22EDF5-2883-5D57-B9C7-04E66950367B}" dt="2026-03-25T08:41:14.990" v="955" actId="27636"/>
          <ac:spMkLst>
            <pc:docMk/>
            <pc:sldMk cId="2811370108" sldId="2147483606"/>
            <ac:spMk id="2" creationId="{F52681C6-5793-E066-FA02-1B2C6CA32FC6}"/>
          </ac:spMkLst>
        </pc:spChg>
        <pc:spChg chg="add mod">
          <ac:chgData name="Jan Cordtz" userId="b5e592fb-fc8b-4323-a97d-691438b2e2da" providerId="ADAL" clId="{4E22EDF5-2883-5D57-B9C7-04E66950367B}" dt="2026-03-25T11:15:47.124" v="969" actId="1076"/>
          <ac:spMkLst>
            <pc:docMk/>
            <pc:sldMk cId="2811370108" sldId="2147483606"/>
            <ac:spMk id="3" creationId="{05B3DF6D-E411-B3E8-2A7B-5443A87B1900}"/>
          </ac:spMkLst>
        </pc:spChg>
        <pc:graphicFrameChg chg="mod modGraphic">
          <ac:chgData name="Jan Cordtz" userId="b5e592fb-fc8b-4323-a97d-691438b2e2da" providerId="ADAL" clId="{4E22EDF5-2883-5D57-B9C7-04E66950367B}" dt="2026-03-25T11:16:53.376" v="978" actId="3626"/>
          <ac:graphicFrameMkLst>
            <pc:docMk/>
            <pc:sldMk cId="2811370108" sldId="2147483606"/>
            <ac:graphicFrameMk id="4" creationId="{F8C28702-E316-5E93-82D3-BFB26926D0F2}"/>
          </ac:graphicFrameMkLst>
        </pc:graphicFrameChg>
      </pc:sldChg>
      <pc:sldChg chg="modSp add mod">
        <pc:chgData name="Jan Cordtz" userId="b5e592fb-fc8b-4323-a97d-691438b2e2da" providerId="ADAL" clId="{4E22EDF5-2883-5D57-B9C7-04E66950367B}" dt="2026-03-25T11:22:03.579" v="1019" actId="255"/>
        <pc:sldMkLst>
          <pc:docMk/>
          <pc:sldMk cId="2927584490" sldId="2147483607"/>
        </pc:sldMkLst>
        <pc:spChg chg="mod">
          <ac:chgData name="Jan Cordtz" userId="b5e592fb-fc8b-4323-a97d-691438b2e2da" providerId="ADAL" clId="{4E22EDF5-2883-5D57-B9C7-04E66950367B}" dt="2026-03-25T11:17:14.597" v="993" actId="20577"/>
          <ac:spMkLst>
            <pc:docMk/>
            <pc:sldMk cId="2927584490" sldId="2147483607"/>
            <ac:spMk id="2" creationId="{20554689-5223-3E10-E6CE-AE82D581E762}"/>
          </ac:spMkLst>
        </pc:spChg>
        <pc:spChg chg="mod">
          <ac:chgData name="Jan Cordtz" userId="b5e592fb-fc8b-4323-a97d-691438b2e2da" providerId="ADAL" clId="{4E22EDF5-2883-5D57-B9C7-04E66950367B}" dt="2026-03-25T11:22:03.579" v="1019" actId="255"/>
          <ac:spMkLst>
            <pc:docMk/>
            <pc:sldMk cId="2927584490" sldId="2147483607"/>
            <ac:spMk id="3" creationId="{F9671346-6723-C9CD-8FE7-1EFA8DCA32A4}"/>
          </ac:spMkLst>
        </pc:spChg>
        <pc:graphicFrameChg chg="mod modGraphic">
          <ac:chgData name="Jan Cordtz" userId="b5e592fb-fc8b-4323-a97d-691438b2e2da" providerId="ADAL" clId="{4E22EDF5-2883-5D57-B9C7-04E66950367B}" dt="2026-03-25T11:20:02.892" v="1015" actId="3626"/>
          <ac:graphicFrameMkLst>
            <pc:docMk/>
            <pc:sldMk cId="2927584490" sldId="2147483607"/>
            <ac:graphicFrameMk id="4" creationId="{7BEF363F-4A2C-DFAD-7025-AB1B79D32CA3}"/>
          </ac:graphicFrameMkLst>
        </pc:graphicFrameChg>
      </pc:sldChg>
      <pc:sldChg chg="addSp delSp modSp add mod">
        <pc:chgData name="Jan Cordtz" userId="b5e592fb-fc8b-4323-a97d-691438b2e2da" providerId="ADAL" clId="{4E22EDF5-2883-5D57-B9C7-04E66950367B}" dt="2026-03-25T11:22:10.533" v="1020"/>
        <pc:sldMkLst>
          <pc:docMk/>
          <pc:sldMk cId="1386969631" sldId="2147483608"/>
        </pc:sldMkLst>
        <pc:spChg chg="mod">
          <ac:chgData name="Jan Cordtz" userId="b5e592fb-fc8b-4323-a97d-691438b2e2da" providerId="ADAL" clId="{4E22EDF5-2883-5D57-B9C7-04E66950367B}" dt="2026-03-25T11:17:58.901" v="998" actId="20577"/>
          <ac:spMkLst>
            <pc:docMk/>
            <pc:sldMk cId="1386969631" sldId="2147483608"/>
            <ac:spMk id="2" creationId="{66FDF63B-0EA9-65EC-C49F-CF7E8B59FA34}"/>
          </ac:spMkLst>
        </pc:spChg>
        <pc:spChg chg="add del">
          <ac:chgData name="Jan Cordtz" userId="b5e592fb-fc8b-4323-a97d-691438b2e2da" providerId="ADAL" clId="{4E22EDF5-2883-5D57-B9C7-04E66950367B}" dt="2026-03-25T11:18:51.023" v="1005" actId="478"/>
          <ac:spMkLst>
            <pc:docMk/>
            <pc:sldMk cId="1386969631" sldId="2147483608"/>
            <ac:spMk id="3" creationId="{B614152C-8877-2CA7-A3B9-37F184B10DB2}"/>
          </ac:spMkLst>
        </pc:spChg>
        <pc:spChg chg="add mod">
          <ac:chgData name="Jan Cordtz" userId="b5e592fb-fc8b-4323-a97d-691438b2e2da" providerId="ADAL" clId="{4E22EDF5-2883-5D57-B9C7-04E66950367B}" dt="2026-03-25T11:22:10.533" v="1020"/>
          <ac:spMkLst>
            <pc:docMk/>
            <pc:sldMk cId="1386969631" sldId="2147483608"/>
            <ac:spMk id="5" creationId="{26151E78-50FD-9F0B-9178-4653A08076D2}"/>
          </ac:spMkLst>
        </pc:spChg>
        <pc:graphicFrameChg chg="mod modGraphic">
          <ac:chgData name="Jan Cordtz" userId="b5e592fb-fc8b-4323-a97d-691438b2e2da" providerId="ADAL" clId="{4E22EDF5-2883-5D57-B9C7-04E66950367B}" dt="2026-03-25T11:19:06.924" v="1007" actId="3626"/>
          <ac:graphicFrameMkLst>
            <pc:docMk/>
            <pc:sldMk cId="1386969631" sldId="2147483608"/>
            <ac:graphicFrameMk id="4" creationId="{08825A27-8C9A-5F60-7603-59AE7B1F9F55}"/>
          </ac:graphicFrameMkLst>
        </pc:graphicFrameChg>
      </pc:sldChg>
      <pc:sldChg chg="addSp modSp new mod">
        <pc:chgData name="Jan Cordtz" userId="b5e592fb-fc8b-4323-a97d-691438b2e2da" providerId="ADAL" clId="{4E22EDF5-2883-5D57-B9C7-04E66950367B}" dt="2026-03-25T11:49:54.062" v="1286" actId="403"/>
        <pc:sldMkLst>
          <pc:docMk/>
          <pc:sldMk cId="898779959" sldId="2147483609"/>
        </pc:sldMkLst>
        <pc:spChg chg="add mod">
          <ac:chgData name="Jan Cordtz" userId="b5e592fb-fc8b-4323-a97d-691438b2e2da" providerId="ADAL" clId="{4E22EDF5-2883-5D57-B9C7-04E66950367B}" dt="2026-03-25T11:49:54.062" v="1286" actId="403"/>
          <ac:spMkLst>
            <pc:docMk/>
            <pc:sldMk cId="898779959" sldId="2147483609"/>
            <ac:spMk id="2" creationId="{DB49BE0A-B246-E2A2-5C6F-F0F9E057B57E}"/>
          </ac:spMkLst>
        </pc:spChg>
      </pc:sldChg>
      <pc:sldChg chg="modSp add mod">
        <pc:chgData name="Jan Cordtz" userId="b5e592fb-fc8b-4323-a97d-691438b2e2da" providerId="ADAL" clId="{4E22EDF5-2883-5D57-B9C7-04E66950367B}" dt="2026-03-25T11:50:15.278" v="1303" actId="20577"/>
        <pc:sldMkLst>
          <pc:docMk/>
          <pc:sldMk cId="1264323173" sldId="2147483610"/>
        </pc:sldMkLst>
        <pc:spChg chg="mod">
          <ac:chgData name="Jan Cordtz" userId="b5e592fb-fc8b-4323-a97d-691438b2e2da" providerId="ADAL" clId="{4E22EDF5-2883-5D57-B9C7-04E66950367B}" dt="2026-03-25T11:50:15.278" v="1303" actId="20577"/>
          <ac:spMkLst>
            <pc:docMk/>
            <pc:sldMk cId="1264323173" sldId="2147483610"/>
            <ac:spMk id="2" creationId="{9F727916-48E3-DE65-C5A5-08D9045A49A6}"/>
          </ac:spMkLst>
        </pc:spChg>
      </pc:sldChg>
      <pc:sldChg chg="modSp add mod">
        <pc:chgData name="Jan Cordtz" userId="b5e592fb-fc8b-4323-a97d-691438b2e2da" providerId="ADAL" clId="{4E22EDF5-2883-5D57-B9C7-04E66950367B}" dt="2026-03-25T11:50:44.270" v="1326" actId="20577"/>
        <pc:sldMkLst>
          <pc:docMk/>
          <pc:sldMk cId="3366002645" sldId="2147483611"/>
        </pc:sldMkLst>
        <pc:spChg chg="mod">
          <ac:chgData name="Jan Cordtz" userId="b5e592fb-fc8b-4323-a97d-691438b2e2da" providerId="ADAL" clId="{4E22EDF5-2883-5D57-B9C7-04E66950367B}" dt="2026-03-25T11:50:44.270" v="1326" actId="20577"/>
          <ac:spMkLst>
            <pc:docMk/>
            <pc:sldMk cId="3366002645" sldId="2147483611"/>
            <ac:spMk id="2" creationId="{9325D3CB-2E4D-C825-B46F-FAFFE7209DFB}"/>
          </ac:spMkLst>
        </pc:spChg>
      </pc:sldChg>
      <pc:sldMasterChg chg="delSldLayout">
        <pc:chgData name="Jan Cordtz" userId="b5e592fb-fc8b-4323-a97d-691438b2e2da" providerId="ADAL" clId="{4E22EDF5-2883-5D57-B9C7-04E66950367B}" dt="2026-03-25T06:33:12.222" v="1" actId="2696"/>
        <pc:sldMasterMkLst>
          <pc:docMk/>
          <pc:sldMasterMk cId="2167567657" sldId="2147484679"/>
        </pc:sldMasterMkLst>
        <pc:sldLayoutChg chg="del">
          <pc:chgData name="Jan Cordtz" userId="b5e592fb-fc8b-4323-a97d-691438b2e2da" providerId="ADAL" clId="{4E22EDF5-2883-5D57-B9C7-04E66950367B}" dt="2026-03-25T06:33:12.222" v="1" actId="2696"/>
          <pc:sldLayoutMkLst>
            <pc:docMk/>
            <pc:sldMasterMk cId="2167567657" sldId="2147484679"/>
            <pc:sldLayoutMk cId="3720546702" sldId="214748481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620E76-BD2A-807A-4F6B-E2A2A2283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9C42-B4BE-60D8-A545-51ED2B96F3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5ECE5-EB93-2D49-8FD9-DADF7BF71AD3}" type="datetimeFigureOut">
              <a:rPr lang="en-US" smtClean="0"/>
              <a:t>3/25/26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E36F-DAD8-F01F-BFE8-FDEDCF89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1387A-ED64-7FD6-C691-6161AE846A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8420-07C5-0549-A563-96974B861B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44038-DA64-46A7-879B-15C019DD587C}" type="datetimeFigureOut">
              <a:rPr lang="en-US" smtClean="0"/>
              <a:t>3/25/26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54E06-3DA0-4567-A557-9A2D7B97E8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53572-9C5C-4AEF-8FA5-D17DDB1F0B8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3/25/26 8:50 AM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3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2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3A46E-C8B2-07FC-6842-6E29F4237B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D9C85B-EC8F-D695-0FA1-6791980AB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551" y="4038049"/>
            <a:ext cx="3231416" cy="13985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pPr marL="228600" lvl="0" indent="-228600"/>
            <a:r>
              <a:rPr lang="en-US" dirty="0"/>
              <a:t>Section title one</a:t>
            </a:r>
          </a:p>
        </p:txBody>
      </p:sp>
    </p:spTree>
    <p:extLst>
      <p:ext uri="{BB962C8B-B14F-4D97-AF65-F5344CB8AC3E}">
        <p14:creationId xmlns:p14="http://schemas.microsoft.com/office/powerpoint/2010/main" val="5903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54927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34D1DF6D-FC7A-C5D0-48D8-C8E0A033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rge Number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in the dark&#10;&#10;Description automatically generated">
            <a:extLst>
              <a:ext uri="{FF2B5EF4-FFF2-40B4-BE49-F238E27FC236}">
                <a16:creationId xmlns:a16="http://schemas.microsoft.com/office/drawing/2014/main" id="{3CBEDED0-2F8D-60CB-73EC-D8A926F1B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4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_logo v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B01B2829-96EF-EDD4-F5DC-8F6DFAFB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810" y="3423718"/>
            <a:ext cx="3252990" cy="527045"/>
          </a:xfrm>
        </p:spPr>
        <p:txBody>
          <a:bodyPr>
            <a:noAutofit/>
          </a:bodyPr>
          <a:lstStyle>
            <a:lvl1pPr algn="l">
              <a:defRPr sz="3600" b="0" i="0">
                <a:gradFill flip="none" rotWithShape="1">
                  <a:gsLst>
                    <a:gs pos="0">
                      <a:srgbClr val="49C5B1"/>
                    </a:gs>
                    <a:gs pos="82000">
                      <a:srgbClr val="8551C5"/>
                    </a:gs>
                  </a:gsLst>
                  <a:lin ang="10800000" scaled="1"/>
                  <a:tileRect/>
                </a:gra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CDA471C-44FF-1A4B-B9F4-35DBB6F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594808" y="293628"/>
            <a:ext cx="1566909" cy="544002"/>
          </a:xfrm>
          <a:prstGeom prst="rect">
            <a:avLst/>
          </a:prstGeom>
        </p:spPr>
      </p:pic>
      <p:pic>
        <p:nvPicPr>
          <p:cNvPr id="3" name="Picture 2" descr="A purple circle in the dark&#10;&#10;Description automatically generated">
            <a:extLst>
              <a:ext uri="{FF2B5EF4-FFF2-40B4-BE49-F238E27FC236}">
                <a16:creationId xmlns:a16="http://schemas.microsoft.com/office/drawing/2014/main" id="{4306B846-38BE-5723-8ACE-4C505C4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4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543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, parrot&#10;&#10;Description automatically generated">
            <a:extLst>
              <a:ext uri="{FF2B5EF4-FFF2-40B4-BE49-F238E27FC236}">
                <a16:creationId xmlns:a16="http://schemas.microsoft.com/office/drawing/2014/main" id="{B6C67116-D23B-FFB4-4BF9-4EBB603DB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3"/>
          <a:stretch/>
        </p:blipFill>
        <p:spPr>
          <a:xfrm rot="1200000" flipH="1">
            <a:off x="7572751" y="-710028"/>
            <a:ext cx="5701622" cy="29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58CC301-4694-33FA-1A6F-2621EAAF1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55"/>
          <a:stretch/>
        </p:blipFill>
        <p:spPr>
          <a:xfrm>
            <a:off x="7472516" y="0"/>
            <a:ext cx="4719484" cy="6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484"/>
          <a:stretch/>
        </p:blipFill>
        <p:spPr>
          <a:xfrm>
            <a:off x="0" y="2473263"/>
            <a:ext cx="4316896" cy="43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586" b="-20295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7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 flipH="1">
            <a:off x="9351981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3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Heading Segoe UI </a:t>
            </a:r>
            <a:r>
              <a:rPr lang="en-US" dirty="0" err="1"/>
              <a:t>Semibold</a:t>
            </a:r>
            <a:r>
              <a:rPr lang="en-US" dirty="0"/>
              <a:t> 28/32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69" y="6455174"/>
            <a:ext cx="11306469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 dirty="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6"/>
            <a:ext cx="9384447" cy="3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965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9B5728-1D33-9E0D-152D-CDDC5FCE9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32963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532" imgH="533" progId="TCLayout.ActiveDocument.1">
                  <p:embed/>
                </p:oleObj>
              </mc:Choice>
              <mc:Fallback>
                <p:oleObj name="think-cell Slide" r:id="rId21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B5728-1D33-9E0D-152D-CDDC5FCE9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9EE7-FB3C-7D1F-A2DB-596E093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828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Title Slides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FA82-318A-3A34-2934-24B034B58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92EE12-E16C-066A-7EFA-7E3A5BF6D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 dirty="0"/>
              <a:t>Microsoft Purview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0E398-2D0F-4954-1796-3B6310DECA0C}"/>
              </a:ext>
            </a:extLst>
          </p:cNvPr>
          <p:cNvSpPr txBox="1"/>
          <p:nvPr userDrawn="1"/>
        </p:nvSpPr>
        <p:spPr>
          <a:xfrm>
            <a:off x="10445303" y="6383710"/>
            <a:ext cx="17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666666"/>
                </a:solidFill>
                <a:latin typeface="Segoe Sans Display" pitchFamily="2" charset="0"/>
                <a:cs typeface="Segoe Sans Display" pitchFamily="2" charset="0"/>
              </a:rPr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21675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688" r:id="rId2"/>
    <p:sldLayoutId id="2147484701" r:id="rId3"/>
    <p:sldLayoutId id="2147484718" r:id="rId4"/>
    <p:sldLayoutId id="2147484756" r:id="rId5"/>
    <p:sldLayoutId id="2147484803" r:id="rId6"/>
    <p:sldLayoutId id="2147484804" r:id="rId7"/>
    <p:sldLayoutId id="2147484805" r:id="rId8"/>
    <p:sldLayoutId id="2147484806" r:id="rId9"/>
    <p:sldLayoutId id="2147484807" r:id="rId10"/>
    <p:sldLayoutId id="2147484808" r:id="rId11"/>
    <p:sldLayoutId id="2147484809" r:id="rId12"/>
    <p:sldLayoutId id="2147484810" r:id="rId13"/>
    <p:sldLayoutId id="2147484811" r:id="rId14"/>
    <p:sldLayoutId id="2147484812" r:id="rId15"/>
    <p:sldLayoutId id="2147484813" r:id="rId16"/>
    <p:sldLayoutId id="2147484814" r:id="rId17"/>
    <p:sldLayoutId id="2147484817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Segoe Sans Display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">
          <p15:clr>
            <a:srgbClr val="F26B43"/>
          </p15:clr>
        </p15:guide>
        <p15:guide id="2" pos="366">
          <p15:clr>
            <a:srgbClr val="F26B43"/>
          </p15:clr>
        </p15:guide>
        <p15:guide id="4" pos="7314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760">
          <p15:clr>
            <a:srgbClr val="F26B43"/>
          </p15:clr>
        </p15:guide>
        <p15:guide id="7" orient="horz" pos="1070">
          <p15:clr>
            <a:srgbClr val="F26B43"/>
          </p15:clr>
        </p15:guide>
        <p15:guide id="8" orient="horz" pos="3973">
          <p15:clr>
            <a:srgbClr val="F26B43"/>
          </p15:clr>
        </p15:guide>
        <p15:guide id="9" pos="1968">
          <p15:clr>
            <a:srgbClr val="A4A3A4"/>
          </p15:clr>
        </p15:guide>
        <p15:guide id="10" pos="2148">
          <p15:clr>
            <a:srgbClr val="A4A3A4"/>
          </p15:clr>
        </p15:guide>
        <p15:guide id="11" pos="3750">
          <p15:clr>
            <a:srgbClr val="A4A3A4"/>
          </p15:clr>
        </p15:guide>
        <p15:guide id="12" pos="3930">
          <p15:clr>
            <a:srgbClr val="A4A3A4"/>
          </p15:clr>
        </p15:guide>
        <p15:guide id="13" pos="5532">
          <p15:clr>
            <a:srgbClr val="A4A3A4"/>
          </p15:clr>
        </p15:guide>
        <p15:guide id="14" pos="5712">
          <p15:clr>
            <a:srgbClr val="A4A3A4"/>
          </p15:clr>
        </p15:guide>
        <p15:guide id="15" pos="7496">
          <p15:clr>
            <a:srgbClr val="A4A3A4"/>
          </p15:clr>
        </p15:guide>
        <p15:guide id="16" pos="186">
          <p15:clr>
            <a:srgbClr val="A4A3A4"/>
          </p15:clr>
        </p15:guide>
        <p15:guide id="17" pos="780">
          <p15:clr>
            <a:srgbClr val="A4A3A4"/>
          </p15:clr>
        </p15:guide>
        <p15:guide id="18" pos="957">
          <p15:clr>
            <a:srgbClr val="A4A3A4"/>
          </p15:clr>
        </p15:guide>
        <p15:guide id="19" pos="1374">
          <p15:clr>
            <a:srgbClr val="A4A3A4"/>
          </p15:clr>
        </p15:guide>
        <p15:guide id="20" pos="1554">
          <p15:clr>
            <a:srgbClr val="A4A3A4"/>
          </p15:clr>
        </p15:guide>
        <p15:guide id="21" pos="2562">
          <p15:clr>
            <a:srgbClr val="A4A3A4"/>
          </p15:clr>
        </p15:guide>
        <p15:guide id="22" pos="2739">
          <p15:clr>
            <a:srgbClr val="A4A3A4"/>
          </p15:clr>
        </p15:guide>
        <p15:guide id="23" pos="3156">
          <p15:clr>
            <a:srgbClr val="A4A3A4"/>
          </p15:clr>
        </p15:guide>
        <p15:guide id="24" pos="3336">
          <p15:clr>
            <a:srgbClr val="A4A3A4"/>
          </p15:clr>
        </p15:guide>
        <p15:guide id="25" pos="4344">
          <p15:clr>
            <a:srgbClr val="A4A3A4"/>
          </p15:clr>
        </p15:guide>
        <p15:guide id="26" pos="4526">
          <p15:clr>
            <a:srgbClr val="A4A3A4"/>
          </p15:clr>
        </p15:guide>
        <p15:guide id="27" pos="4938">
          <p15:clr>
            <a:srgbClr val="A4A3A4"/>
          </p15:clr>
        </p15:guide>
        <p15:guide id="28" pos="5120">
          <p15:clr>
            <a:srgbClr val="A4A3A4"/>
          </p15:clr>
        </p15:guide>
        <p15:guide id="29" pos="6126">
          <p15:clr>
            <a:srgbClr val="A4A3A4"/>
          </p15:clr>
        </p15:guide>
        <p15:guide id="30" pos="6308">
          <p15:clr>
            <a:srgbClr val="A4A3A4"/>
          </p15:clr>
        </p15:guide>
        <p15:guide id="31" pos="6720">
          <p15:clr>
            <a:srgbClr val="A4A3A4"/>
          </p15:clr>
        </p15:guide>
        <p15:guide id="32" pos="690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purview/data-map-scan-ingestion#customize-scan-level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urview/register-scan-azure-mysql-database" TargetMode="External"/><Relationship Id="rId3" Type="http://schemas.openxmlformats.org/officeDocument/2006/relationships/hyperlink" Target="https://learn.microsoft.com/en-us/purview/register-scan-azure-cosmos-database" TargetMode="External"/><Relationship Id="rId7" Type="http://schemas.openxmlformats.org/officeDocument/2006/relationships/hyperlink" Target="https://learn.microsoft.com/en-us/purview/how-to-link-azure-data-share" TargetMode="External"/><Relationship Id="rId2" Type="http://schemas.openxmlformats.org/officeDocument/2006/relationships/hyperlink" Target="https://learn.microsoft.com/en-us/purview/register-scan-azure-blob-storage-source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purview/register-scan-adls-gen2" TargetMode="External"/><Relationship Id="rId5" Type="http://schemas.openxmlformats.org/officeDocument/2006/relationships/hyperlink" Target="https://learn.microsoft.com/en-us/purview/data-map-lineage-azure-data-factory" TargetMode="External"/><Relationship Id="rId10" Type="http://schemas.openxmlformats.org/officeDocument/2006/relationships/hyperlink" Target="https://learn.microsoft.com/en-us/purview/data-map-lineage-azure-synapse-analytics" TargetMode="External"/><Relationship Id="rId4" Type="http://schemas.openxmlformats.org/officeDocument/2006/relationships/hyperlink" Target="https://learn.microsoft.com/en-us/purview/register-scan-azure-data-explorer" TargetMode="External"/><Relationship Id="rId9" Type="http://schemas.openxmlformats.org/officeDocument/2006/relationships/hyperlink" Target="https://learn.microsoft.com/en-us/purview/register-scan-azure-postgresql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urview/register-scan-azure-sql-database" TargetMode="External"/><Relationship Id="rId3" Type="http://schemas.openxmlformats.org/officeDocument/2006/relationships/hyperlink" Target="https://learn.microsoft.com/en-us/purview/register-scan-azure-databricks" TargetMode="External"/><Relationship Id="rId7" Type="http://schemas.openxmlformats.org/officeDocument/2006/relationships/hyperlink" Target="https://learn.microsoft.com/en-us/purview/register-scan-azure-machine-learning" TargetMode="External"/><Relationship Id="rId12" Type="http://schemas.openxmlformats.org/officeDocument/2006/relationships/hyperlink" Target="https://learn.microsoft.com/en-us/purview/data-map-lineage-azure-synapse-analytics" TargetMode="External"/><Relationship Id="rId2" Type="http://schemas.openxmlformats.org/officeDocument/2006/relationships/hyperlink" Target="https://learn.microsoft.com/en-us/purview/register-scan-azure-postgresql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purview/register-scan-azure-files-storage-source" TargetMode="External"/><Relationship Id="rId11" Type="http://schemas.openxmlformats.org/officeDocument/2006/relationships/hyperlink" Target="https://learn.microsoft.com/en-us/purview/data-map-lineage-azure-data-factory" TargetMode="External"/><Relationship Id="rId5" Type="http://schemas.openxmlformats.org/officeDocument/2006/relationships/hyperlink" Target="https://learn.microsoft.com/en-us/purview/register-scan-azure-synapse-analytics" TargetMode="External"/><Relationship Id="rId10" Type="http://schemas.openxmlformats.org/officeDocument/2006/relationships/hyperlink" Target="https://learn.microsoft.com/en-us/purview/register-scan-synapse-workspace" TargetMode="External"/><Relationship Id="rId4" Type="http://schemas.openxmlformats.org/officeDocument/2006/relationships/hyperlink" Target="https://learn.microsoft.com/en-us/purview/register-scan-azure-databricks-unity-catalog" TargetMode="External"/><Relationship Id="rId9" Type="http://schemas.openxmlformats.org/officeDocument/2006/relationships/hyperlink" Target="https://learn.microsoft.com/en-us/purview/register-scan-azure-sql-managed-instance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urview/register-scan-teradata-source" TargetMode="External"/><Relationship Id="rId3" Type="http://schemas.openxmlformats.org/officeDocument/2006/relationships/hyperlink" Target="https://learn.microsoft.com/en-us/purview/register-scan-sap-bw" TargetMode="External"/><Relationship Id="rId7" Type="http://schemas.openxmlformats.org/officeDocument/2006/relationships/hyperlink" Target="https://learn.microsoft.com/en-us/purview/register-scan-azure-arc-enabled-sql-server" TargetMode="External"/><Relationship Id="rId2" Type="http://schemas.openxmlformats.org/officeDocument/2006/relationships/hyperlink" Target="https://learn.microsoft.com/en-us/purview/register-scan-postgresql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purview/register-scan-on-premises-sql-server" TargetMode="External"/><Relationship Id="rId5" Type="http://schemas.openxmlformats.org/officeDocument/2006/relationships/hyperlink" Target="https://learn.microsoft.com/en-us/purview/register-scan-snowflake" TargetMode="External"/><Relationship Id="rId10" Type="http://schemas.openxmlformats.org/officeDocument/2006/relationships/hyperlink" Target="https://learn.microsoft.com/en-us/purview/data-map-lineage-azure-synapse-analytics" TargetMode="External"/><Relationship Id="rId4" Type="http://schemas.openxmlformats.org/officeDocument/2006/relationships/hyperlink" Target="https://learn.microsoft.com/en-us/purview/register-scan-sap-hana" TargetMode="External"/><Relationship Id="rId9" Type="http://schemas.openxmlformats.org/officeDocument/2006/relationships/hyperlink" Target="https://learn.microsoft.com/en-us/purview/data-map-lineage-azure-data-factory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urview/register-scan-mongodb" TargetMode="External"/><Relationship Id="rId3" Type="http://schemas.openxmlformats.org/officeDocument/2006/relationships/hyperlink" Target="https://learn.microsoft.com/en-us/purview/register-scan-amazon-redshift" TargetMode="External"/><Relationship Id="rId7" Type="http://schemas.openxmlformats.org/officeDocument/2006/relationships/hyperlink" Target="https://learn.microsoft.com/en-us/purview/register-scan-hive-metastore-source" TargetMode="External"/><Relationship Id="rId12" Type="http://schemas.openxmlformats.org/officeDocument/2006/relationships/hyperlink" Target="https://learn.microsoft.com/en-us/purview/data-map-lineage-azure-synapse-analytics" TargetMode="External"/><Relationship Id="rId2" Type="http://schemas.openxmlformats.org/officeDocument/2006/relationships/hyperlink" Target="https://learn.microsoft.com/en-us/purview/register-scan-amazon-rds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purview/register-scan-google-bigquery-source" TargetMode="External"/><Relationship Id="rId11" Type="http://schemas.openxmlformats.org/officeDocument/2006/relationships/hyperlink" Target="https://learn.microsoft.com/en-us/purview/data-map-lineage-azure-data-factory" TargetMode="External"/><Relationship Id="rId5" Type="http://schemas.openxmlformats.org/officeDocument/2006/relationships/hyperlink" Target="https://learn.microsoft.com/en-us/purview/register-scan-db2" TargetMode="External"/><Relationship Id="rId10" Type="http://schemas.openxmlformats.org/officeDocument/2006/relationships/hyperlink" Target="https://learn.microsoft.com/en-us/purview/register-scan-oracle-source" TargetMode="External"/><Relationship Id="rId4" Type="http://schemas.openxmlformats.org/officeDocument/2006/relationships/hyperlink" Target="https://learn.microsoft.com/en-us/purview/register-scan-cassandra-source" TargetMode="External"/><Relationship Id="rId9" Type="http://schemas.openxmlformats.org/officeDocument/2006/relationships/hyperlink" Target="https://learn.microsoft.com/en-us/purview/register-scan-mysq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urview/register-scan-qlik-sense" TargetMode="External"/><Relationship Id="rId3" Type="http://schemas.openxmlformats.org/officeDocument/2006/relationships/hyperlink" Target="https://learn.microsoft.com/en-us/purview/register-scan-dataverse" TargetMode="External"/><Relationship Id="rId7" Type="http://schemas.openxmlformats.org/officeDocument/2006/relationships/hyperlink" Target="https://learn.microsoft.com/en-us/purview/register-scan-power-bi-tenant" TargetMode="External"/><Relationship Id="rId12" Type="http://schemas.openxmlformats.org/officeDocument/2006/relationships/hyperlink" Target="https://learn.microsoft.com/en-us/purview/data-map-lineage-azure-synapse-analytics" TargetMode="External"/><Relationship Id="rId2" Type="http://schemas.openxmlformats.org/officeDocument/2006/relationships/hyperlink" Target="https://learn.microsoft.com/en-us/purview/data-map-lineage-airflow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purview/register-scan-looker-source" TargetMode="External"/><Relationship Id="rId11" Type="http://schemas.openxmlformats.org/officeDocument/2006/relationships/hyperlink" Target="https://learn.microsoft.com/en-us/purview/data-map-lineage-azure-data-factory" TargetMode="External"/><Relationship Id="rId5" Type="http://schemas.openxmlformats.org/officeDocument/2006/relationships/hyperlink" Target="https://learn.microsoft.com/en-us/purview/register-scan-fabric-tenant" TargetMode="External"/><Relationship Id="rId10" Type="http://schemas.openxmlformats.org/officeDocument/2006/relationships/hyperlink" Target="https://learn.microsoft.com/en-us/purview/register-scan-sapecc-source" TargetMode="External"/><Relationship Id="rId4" Type="http://schemas.openxmlformats.org/officeDocument/2006/relationships/hyperlink" Target="https://learn.microsoft.com/en-us/purview/register-scan-erwin-source" TargetMode="External"/><Relationship Id="rId9" Type="http://schemas.openxmlformats.org/officeDocument/2006/relationships/hyperlink" Target="https://learn.microsoft.com/en-us/purview/register-scan-salesforc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urview/register-scan-tableau" TargetMode="External"/><Relationship Id="rId2" Type="http://schemas.openxmlformats.org/officeDocument/2006/relationships/hyperlink" Target="https://learn.microsoft.com/en-us/purview/register-scan-saps4hana-source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purview/data-map-lineage-azure-synapse-analytics" TargetMode="External"/><Relationship Id="rId4" Type="http://schemas.openxmlformats.org/officeDocument/2006/relationships/hyperlink" Target="https://learn.microsoft.com/en-us/purview/data-map-lineage-azure-data-factory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purview/data-map-scan-rule-set#create-a-custom-file-type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0CB8A5C-7978-D6DF-6BCB-6AA607789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0523" y="1711794"/>
            <a:ext cx="4446587" cy="242794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Governance</a:t>
            </a:r>
            <a:r>
              <a:rPr lang="en-GB" dirty="0"/>
              <a:t> and Compliance with Microsoft Purview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getting started guide –</a:t>
            </a:r>
            <a:br>
              <a:rPr lang="en-GB" dirty="0"/>
            </a:br>
            <a:r>
              <a:rPr lang="en-GB" b="1" i="1" dirty="0"/>
              <a:t>Scanning – sources and types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E63F7-CA11-EE0D-34D2-1201EFE93977}"/>
              </a:ext>
            </a:extLst>
          </p:cNvPr>
          <p:cNvSpPr txBox="1"/>
          <p:nvPr/>
        </p:nvSpPr>
        <p:spPr>
          <a:xfrm>
            <a:off x="6436396" y="4673449"/>
            <a:ext cx="4169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 Cordtz, Snr. Cloud Solution Architect</a:t>
            </a:r>
          </a:p>
          <a:p>
            <a:r>
              <a:rPr lang="en-US" dirty="0"/>
              <a:t>Microsoft Denmark</a:t>
            </a:r>
          </a:p>
          <a:p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D2DC-C8B4-6322-2C43-B0CC81930541}"/>
              </a:ext>
            </a:extLst>
          </p:cNvPr>
          <p:cNvSpPr txBox="1"/>
          <p:nvPr/>
        </p:nvSpPr>
        <p:spPr>
          <a:xfrm>
            <a:off x="622852" y="2913935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If you think compliance is complicated,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feel free to try incompliance!</a:t>
            </a:r>
            <a:endParaRPr lang="en-DK" b="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21A6C-97B1-2888-CE88-F83D203B3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8595466" y="6211544"/>
            <a:ext cx="1566909" cy="5440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5BF0C-A693-8110-B0D8-35654CBC84D2}"/>
              </a:ext>
            </a:extLst>
          </p:cNvPr>
          <p:cNvCxnSpPr/>
          <p:nvPr/>
        </p:nvCxnSpPr>
        <p:spPr>
          <a:xfrm>
            <a:off x="10299391" y="6292598"/>
            <a:ext cx="0" cy="45258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E45D75-77AE-3079-FFC7-8EBA288E263F}"/>
              </a:ext>
            </a:extLst>
          </p:cNvPr>
          <p:cNvSpPr txBox="1"/>
          <p:nvPr/>
        </p:nvSpPr>
        <p:spPr>
          <a:xfrm>
            <a:off x="531412" y="5872558"/>
            <a:ext cx="6193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– in this document the name </a:t>
            </a:r>
            <a:r>
              <a:rPr lang="en-US" b="1" dirty="0"/>
              <a:t>Purview</a:t>
            </a:r>
            <a:r>
              <a:rPr lang="en-US" dirty="0"/>
              <a:t> – if not otherwise</a:t>
            </a:r>
          </a:p>
          <a:p>
            <a:r>
              <a:rPr lang="en-US" dirty="0"/>
              <a:t>stated - is used for the Data Governance part of Purview.</a:t>
            </a:r>
          </a:p>
        </p:txBody>
      </p:sp>
    </p:spTree>
    <p:extLst>
      <p:ext uri="{BB962C8B-B14F-4D97-AF65-F5344CB8AC3E}">
        <p14:creationId xmlns:p14="http://schemas.microsoft.com/office/powerpoint/2010/main" val="3886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Purview – Scan Types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87296" y="1934320"/>
            <a:ext cx="78404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Metadata Extraction: Captures technical metadata such as names, schemas, columns, file paths, sizes, and data types without ingesting actual data content.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Full Scan: Scans all supported objects in a data source to produce a complete and current metadata snapshot.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Incremental Scan: Scans only changed or newly added objects since the last successful scan to reduce runtime and system impact.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Scoped Scan: Allows scanning of a selected subset of objects such as specific databases, tables, schemas, folders, or containers.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2321-189E-A3F1-6836-4579F8E4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Scaning</a:t>
            </a:r>
            <a:r>
              <a:rPr lang="en-US" b="1" dirty="0"/>
              <a:t> levels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D14DC-8514-23F8-F367-BCCD2F7C86BE}"/>
              </a:ext>
            </a:extLst>
          </p:cNvPr>
          <p:cNvSpPr txBox="1"/>
          <p:nvPr/>
        </p:nvSpPr>
        <p:spPr>
          <a:xfrm>
            <a:off x="896680" y="2236345"/>
            <a:ext cx="79956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Data Map terminology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L1 scan: Extracts basic information and metadata like file name, size, and fully qualified name.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L2 scan: Extracts schema for structured file types and database tables.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L3 scan: Extracts schema where applicable and subjects the sampled file to system and custom classification rules.</a:t>
            </a:r>
          </a:p>
          <a:p>
            <a:endParaRPr lang="en-US" dirty="0"/>
          </a:p>
          <a:p>
            <a:r>
              <a:rPr lang="en-US" dirty="0"/>
              <a:t>Learn more about </a:t>
            </a:r>
            <a:r>
              <a:rPr lang="en-US" dirty="0">
                <a:hlinkClick r:id="rId2"/>
              </a:rPr>
              <a:t>customizing the scan levels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8316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D47F3-1419-A8FB-CD2C-FBCD67C6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4AD7-84B5-F69F-3464-A491D18C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Sampling data for classification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FBC53-01B0-83D8-B908-60CCDEA2F67C}"/>
              </a:ext>
            </a:extLst>
          </p:cNvPr>
          <p:cNvSpPr txBox="1"/>
          <p:nvPr/>
        </p:nvSpPr>
        <p:spPr>
          <a:xfrm>
            <a:off x="454432" y="1030879"/>
            <a:ext cx="10065488" cy="5632311"/>
          </a:xfrm>
          <a:prstGeom prst="rect">
            <a:avLst/>
          </a:prstGeom>
          <a:solidFill>
            <a:srgbClr val="FFFDF9">
              <a:alpha val="51507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For all structured file formats, the Microsoft Purview Data Map scanner samples files in the following way: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structured file types, it samples the top 128 rows in each column or the first 1 MB, whichever is lower.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document file formats, it samples the first 20 MB of each file.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document file is larger than 20 MB, the scanner doesn't perform a deep scan (subject to classification). In that case, Microsoft Purview captures only basic metadata like file name and fully qualified name.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 </a:t>
            </a:r>
            <a:r>
              <a:rPr lang="en-US" b="1" dirty="0"/>
              <a:t>tabular data sources (SQL)</a:t>
            </a:r>
            <a:r>
              <a:rPr lang="en-US" dirty="0"/>
              <a:t>, it samples the top 128 rows.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 </a:t>
            </a:r>
            <a:r>
              <a:rPr lang="en-US" b="1" dirty="0"/>
              <a:t>Azure Cosmos DB for NoSQL</a:t>
            </a:r>
            <a:r>
              <a:rPr lang="en-US" dirty="0"/>
              <a:t>, up to 300 distinct properties from the first 10 documents in a container are collected for the schema. For each property, the scanner samples values from up to 128 documents or the first 1 MB.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unstructured data formats, such as DOCX files, there's no requirement to meet a condition of eight distinct values. The presence of a single relevant keyword is sufficient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3489827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9BE0A-B246-E2A2-5C6F-F0F9E057B57E}"/>
              </a:ext>
            </a:extLst>
          </p:cNvPr>
          <p:cNvSpPr txBox="1"/>
          <p:nvPr/>
        </p:nvSpPr>
        <p:spPr>
          <a:xfrm>
            <a:off x="5188688" y="2860158"/>
            <a:ext cx="3550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Scan types per source</a:t>
            </a:r>
          </a:p>
        </p:txBody>
      </p:sp>
    </p:spTree>
    <p:extLst>
      <p:ext uri="{BB962C8B-B14F-4D97-AF65-F5344CB8AC3E}">
        <p14:creationId xmlns:p14="http://schemas.microsoft.com/office/powerpoint/2010/main" val="89877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266520"/>
              </p:ext>
            </p:extLst>
          </p:nvPr>
        </p:nvGraphicFramePr>
        <p:xfrm>
          <a:off x="581025" y="1479180"/>
          <a:ext cx="9677400" cy="51474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Full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Incremental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Scoped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Azure Blob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 dirty="0"/>
                        <a:t>Azure Data Lake Storage Gen2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Azure SQL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 dirty="0"/>
                        <a:t>Azure SQL Managed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Azure Synapse Analytics workspaces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No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 dirty="0"/>
                        <a:t>Azure Synapse Dedicated SQL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Azure Data Explorer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Azure Cosmos DB (SQL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Azure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No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1548">
                <a:tc>
                  <a:txBody>
                    <a:bodyPr/>
                    <a:lstStyle/>
                    <a:p>
                      <a:r>
                        <a:rPr sz="1400" dirty="0"/>
                        <a:t>Azure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1548">
                <a:tc>
                  <a:txBody>
                    <a:bodyPr/>
                    <a:lstStyle/>
                    <a:p>
                      <a:r>
                        <a:rPr lang="da-DK" sz="1400" dirty="0" err="1"/>
                        <a:t>Azure</a:t>
                      </a:r>
                      <a:r>
                        <a:rPr lang="da-DK" sz="1400" dirty="0"/>
                        <a:t> </a:t>
                      </a:r>
                      <a:r>
                        <a:rPr lang="da-DK" sz="1400" dirty="0" err="1"/>
                        <a:t>Arc-enabled</a:t>
                      </a:r>
                      <a:r>
                        <a:rPr lang="da-DK" sz="1400" dirty="0"/>
                        <a:t> SQL Server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226479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46198C3-C65D-13E9-03A0-65D311F09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data sources – 1 of 2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6B76-C51A-3747-73F2-875C5DF7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4119A9-4351-27E0-9FDB-87A53A788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526785"/>
              </p:ext>
            </p:extLst>
          </p:nvPr>
        </p:nvGraphicFramePr>
        <p:xfrm>
          <a:off x="428846" y="1874911"/>
          <a:ext cx="9829580" cy="3048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Full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Incremental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Scoped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Azure</a:t>
                      </a:r>
                      <a:r>
                        <a:rPr lang="da-DK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Databricks</a:t>
                      </a:r>
                      <a:r>
                        <a:rPr lang="da-DK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– Hive </a:t>
                      </a:r>
                      <a:r>
                        <a:rPr lang="da-DK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Metatore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Azure Databricks – Unity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Azure Files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Azure Machine Learning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Azure Data Factory (lineage only)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 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Azure Data Share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Azure dedicated SQL Pool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Yes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289740717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8C14FF-8256-98A6-963F-14178A38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46" y="435934"/>
            <a:ext cx="8229600" cy="481655"/>
          </a:xfrm>
        </p:spPr>
        <p:txBody>
          <a:bodyPr>
            <a:normAutofit/>
          </a:bodyPr>
          <a:lstStyle/>
          <a:p>
            <a:r>
              <a:rPr lang="en-US" dirty="0"/>
              <a:t>Azure data sources - 2 of 2</a:t>
            </a:r>
          </a:p>
        </p:txBody>
      </p:sp>
    </p:spTree>
    <p:extLst>
      <p:ext uri="{BB962C8B-B14F-4D97-AF65-F5344CB8AC3E}">
        <p14:creationId xmlns:p14="http://schemas.microsoft.com/office/powerpoint/2010/main" val="12383583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SaaS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909491"/>
              </p:ext>
            </p:extLst>
          </p:nvPr>
        </p:nvGraphicFramePr>
        <p:xfrm>
          <a:off x="581026" y="2476056"/>
          <a:ext cx="9634539" cy="27354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5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6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527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Full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Incremental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Scoped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sz="1400" dirty="0"/>
                        <a:t>Power BI </a:t>
                      </a:r>
                      <a:r>
                        <a:rPr lang="da-DK" sz="1400" dirty="0"/>
                        <a:t>– same </a:t>
                      </a:r>
                      <a:r>
                        <a:rPr lang="da-DK" sz="1400" dirty="0" err="1"/>
                        <a:t>tenant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lang="da-DK" sz="1400" dirty="0"/>
                        <a:t>Power BI – cross </a:t>
                      </a:r>
                      <a:r>
                        <a:rPr lang="da-DK" sz="1400" dirty="0" err="1"/>
                        <a:t>tenant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196918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lang="da-DK" sz="1400" dirty="0" err="1"/>
                        <a:t>Fabric</a:t>
                      </a:r>
                      <a:r>
                        <a:rPr lang="da-DK" sz="1400" dirty="0"/>
                        <a:t>– same </a:t>
                      </a:r>
                      <a:r>
                        <a:rPr lang="da-DK" sz="1400" dirty="0" err="1"/>
                        <a:t>tenant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54939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lang="da-DK" sz="1400" dirty="0" err="1"/>
                        <a:t>Fabric</a:t>
                      </a:r>
                      <a:r>
                        <a:rPr lang="da-DK" sz="1400" dirty="0"/>
                        <a:t> – cross </a:t>
                      </a:r>
                      <a:r>
                        <a:rPr lang="da-DK" sz="1400" dirty="0" err="1"/>
                        <a:t>tenant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399825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lang="da-DK" sz="1400" dirty="0" err="1"/>
                        <a:t>Dataverse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No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Yes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61643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sources - 1 of 2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26414"/>
              </p:ext>
            </p:extLst>
          </p:nvPr>
        </p:nvGraphicFramePr>
        <p:xfrm>
          <a:off x="581024" y="1298778"/>
          <a:ext cx="9705976" cy="4715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1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Full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Incremental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Scoped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SQL Server (</a:t>
                      </a:r>
                      <a:r>
                        <a:rPr lang="en-US" sz="1400" dirty="0" err="1"/>
                        <a:t>vm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Oracle Database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68336907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Teradata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SAP HANA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SAP ECC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PostgreSQL (</a:t>
                      </a:r>
                      <a:r>
                        <a:rPr lang="en-US" sz="1400" dirty="0" err="1"/>
                        <a:t>vm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MySQL (</a:t>
                      </a:r>
                      <a:r>
                        <a:rPr lang="en-US" sz="1400" dirty="0" err="1"/>
                        <a:t>vm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Apache Hive Metastore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Apache Cassandra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9EEE31-DF37-07A6-CBAC-2E889C1A373B}"/>
              </a:ext>
            </a:extLst>
          </p:cNvPr>
          <p:cNvSpPr txBox="1"/>
          <p:nvPr/>
        </p:nvSpPr>
        <p:spPr>
          <a:xfrm>
            <a:off x="501149" y="6214030"/>
            <a:ext cx="499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this is via Self‑Hosted Integration Runtime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96AB-F176-D0B2-95C9-57F6355A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5B77-9CFF-7D51-8C3C-4FD5226F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sources - 2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3CCB87-37AC-721C-BA6F-5E119DFAE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193764"/>
              </p:ext>
            </p:extLst>
          </p:nvPr>
        </p:nvGraphicFramePr>
        <p:xfrm>
          <a:off x="581024" y="1298778"/>
          <a:ext cx="9705976" cy="4715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1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Full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Incremental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Scoped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IBM Db2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Erwin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68336907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ChatGPT Enterprise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Looker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MongodbDB</a:t>
                      </a:r>
                      <a:endParaRPr lang="en-US" sz="1400" dirty="0"/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Qlik Sense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Salesforce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Snowflake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Tableau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E1E342-FBE1-FB42-D819-D49DB2CCE0BC}"/>
              </a:ext>
            </a:extLst>
          </p:cNvPr>
          <p:cNvSpPr txBox="1"/>
          <p:nvPr/>
        </p:nvSpPr>
        <p:spPr>
          <a:xfrm>
            <a:off x="501149" y="6214030"/>
            <a:ext cx="499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this is via Self‑Hosted Integration Runtime</a:t>
            </a:r>
          </a:p>
        </p:txBody>
      </p:sp>
    </p:spTree>
    <p:extLst>
      <p:ext uri="{BB962C8B-B14F-4D97-AF65-F5344CB8AC3E}">
        <p14:creationId xmlns:p14="http://schemas.microsoft.com/office/powerpoint/2010/main" val="41593919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94C7-8220-2C7B-79AA-C5BDBC3D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3AA9-3B08-04D8-C62B-6A453C60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systems &amp; object storage (non-Azure)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BD1106-8F2D-DC25-2174-798D28279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049631"/>
              </p:ext>
            </p:extLst>
          </p:nvPr>
        </p:nvGraphicFramePr>
        <p:xfrm>
          <a:off x="490512" y="1944429"/>
          <a:ext cx="9684845" cy="33008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86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6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6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Full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DF9"/>
                          </a:solidFill>
                        </a:rPr>
                        <a:t>Incremental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FFDF9"/>
                          </a:solidFill>
                        </a:rPr>
                        <a:t>Scoped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Amazon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36907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Amazon 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Amazon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Google Big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Hadoop HDFS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Network File Share (SMB/NFS)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50839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BAD7-534E-2BB8-5B68-C9C1B541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727916-48E3-DE65-C5A5-08D9045A49A6}"/>
              </a:ext>
            </a:extLst>
          </p:cNvPr>
          <p:cNvSpPr txBox="1"/>
          <p:nvPr/>
        </p:nvSpPr>
        <p:spPr>
          <a:xfrm>
            <a:off x="5188688" y="2860158"/>
            <a:ext cx="4432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Scan capabilities per source</a:t>
            </a:r>
          </a:p>
        </p:txBody>
      </p:sp>
    </p:spTree>
    <p:extLst>
      <p:ext uri="{BB962C8B-B14F-4D97-AF65-F5344CB8AC3E}">
        <p14:creationId xmlns:p14="http://schemas.microsoft.com/office/powerpoint/2010/main" val="1264323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2859-0C98-E787-6B64-DF4A3F590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0232-E241-F50B-644E-07A0A57C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- 1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D4FC3F-3F7B-6DFF-5F8B-8DDBB7BC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710578"/>
              </p:ext>
            </p:extLst>
          </p:nvPr>
        </p:nvGraphicFramePr>
        <p:xfrm>
          <a:off x="581025" y="1073011"/>
          <a:ext cx="9684844" cy="51188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84">
                  <a:extLst>
                    <a:ext uri="{9D8B030D-6E8A-4147-A177-3AD203B41FA5}">
                      <a16:colId xmlns:a16="http://schemas.microsoft.com/office/drawing/2014/main" val="1982123689"/>
                    </a:ext>
                  </a:extLst>
                </a:gridCol>
                <a:gridCol w="141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source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apply sensitivity labels to Data Map assets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apply policies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lineage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Multiple sources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0" u="none" dirty="0">
                          <a:effectLst/>
                        </a:rPr>
                        <a:t>Yes</a:t>
                      </a: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Source dependent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Azure Blob Storage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0" u="none" dirty="0">
                          <a:effectLst/>
                        </a:rPr>
                        <a:t>Yes</a:t>
                      </a: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Limited*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Azure Cosmos DB for SQL API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0" u="none" dirty="0">
                          <a:effectLst/>
                        </a:rPr>
                        <a:t>Yes</a:t>
                      </a: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4"/>
                        </a:rPr>
                        <a:t>Azure Data Explorer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0" u="none" dirty="0">
                          <a:effectLst/>
                        </a:rPr>
                        <a:t>Yes</a:t>
                      </a: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5"/>
                        </a:rPr>
                        <a:t>Azure Data Factory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0" u="none" dirty="0">
                          <a:effectLst/>
                        </a:rPr>
                        <a:t>No</a:t>
                      </a: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6"/>
                        </a:rPr>
                        <a:t>Azure Data Lake Storage Gen2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Limited*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41190640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7"/>
                        </a:rPr>
                        <a:t>Azure Data Share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914635449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8"/>
                        </a:rPr>
                        <a:t>Azure Database for MySQL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344271019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9"/>
                        </a:rPr>
                        <a:t>Azure Database for PostgreSQL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No*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32022747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A6472B-6DB4-334C-81C2-0F8931BC58F4}"/>
              </a:ext>
            </a:extLst>
          </p:cNvPr>
          <p:cNvSpPr txBox="1"/>
          <p:nvPr/>
        </p:nvSpPr>
        <p:spPr>
          <a:xfrm>
            <a:off x="446568" y="6350498"/>
            <a:ext cx="84305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 Besides the lineage on assets within the data source, lineage is also supported if dataset is used as a source/sink in </a:t>
            </a:r>
            <a:r>
              <a:rPr lang="en-US" sz="1000" dirty="0">
                <a:hlinkClick r:id="rId5"/>
              </a:rPr>
              <a:t>Data Factory</a:t>
            </a:r>
            <a:r>
              <a:rPr lang="en-US" sz="1000" dirty="0"/>
              <a:t> or </a:t>
            </a:r>
            <a:r>
              <a:rPr lang="en-US" sz="1000" dirty="0">
                <a:hlinkClick r:id="rId10"/>
              </a:rPr>
              <a:t>Synapse pipeline</a:t>
            </a:r>
            <a:r>
              <a:rPr lang="en-US" sz="1000" dirty="0"/>
              <a:t>.</a:t>
            </a:r>
          </a:p>
          <a:p>
            <a:r>
              <a:rPr lang="en-US" sz="1000" dirty="0"/>
              <a:t>** Classification support for only Unity Catalog in Azure Databricks data source.</a:t>
            </a:r>
          </a:p>
          <a:p>
            <a:r>
              <a:rPr lang="en-US" sz="1000" dirty="0"/>
              <a:t>*** Custom classification isn't supported for Azure Databricks Unity Catalog source.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0934053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460D-B25C-9210-18EB-6424F5BBD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3516-32EA-30B7-EEE3-35E58895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– 2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27C2A8-0D16-39AA-60BB-404BDB3F7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99939"/>
              </p:ext>
            </p:extLst>
          </p:nvPr>
        </p:nvGraphicFramePr>
        <p:xfrm>
          <a:off x="581025" y="1073011"/>
          <a:ext cx="9684844" cy="51188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84">
                  <a:extLst>
                    <a:ext uri="{9D8B030D-6E8A-4147-A177-3AD203B41FA5}">
                      <a16:colId xmlns:a16="http://schemas.microsoft.com/office/drawing/2014/main" val="1982123689"/>
                    </a:ext>
                  </a:extLst>
                </a:gridCol>
                <a:gridCol w="141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source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apply sensitivity labels to Data Map assets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apply policies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lineage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Azure Database for PostgreSQL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No*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Azure Databricks Hive Metastore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r>
                        <a:rPr lang="en-US" sz="1400" u="none" dirty="0">
                          <a:effectLst/>
                        </a:rPr>
                        <a:t>**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4"/>
                        </a:rPr>
                        <a:t>Azure Databricks Unity Catalog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r>
                        <a:rPr lang="en-US" sz="1400" u="none" dirty="0">
                          <a:effectLst/>
                        </a:rPr>
                        <a:t>***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5"/>
                        </a:rPr>
                        <a:t>Azure Dedicated SQL pool (formerly SQL DW)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No*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6"/>
                        </a:rPr>
                        <a:t>Azure Files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Limited*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7"/>
                        </a:rPr>
                        <a:t>Azure Machine Learning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41190640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8"/>
                        </a:rPr>
                        <a:t>Azure SQL Database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914635449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9"/>
                        </a:rPr>
                        <a:t>Azure SQL Managed Instance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Yes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No*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344271019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10"/>
                        </a:rPr>
                        <a:t>Azure Synapse Analytics (Workspace)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Yes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effectLst/>
                        </a:rPr>
                        <a:t>No</a:t>
                      </a:r>
                      <a:endParaRPr lang="en-US" sz="1400" i="0" u="none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 - Synapse pipelines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effectLst/>
                        </a:rPr>
                        <a:t>No</a:t>
                      </a:r>
                      <a:endParaRPr lang="en-US" sz="1400" i="0" u="none" dirty="0"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32022747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3449B9-34EC-C5C5-9A7A-1B97FFB20D5B}"/>
              </a:ext>
            </a:extLst>
          </p:cNvPr>
          <p:cNvSpPr txBox="1"/>
          <p:nvPr/>
        </p:nvSpPr>
        <p:spPr>
          <a:xfrm>
            <a:off x="489099" y="6191887"/>
            <a:ext cx="84305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 Besides the lineage on assets within the data source, lineage is also supported if dataset is used as a source/sink in </a:t>
            </a:r>
            <a:r>
              <a:rPr lang="en-US" sz="1000" dirty="0">
                <a:hlinkClick r:id="rId11"/>
              </a:rPr>
              <a:t>Data Factory</a:t>
            </a:r>
            <a:r>
              <a:rPr lang="en-US" sz="1000" dirty="0"/>
              <a:t> or </a:t>
            </a:r>
            <a:r>
              <a:rPr lang="en-US" sz="1000" dirty="0">
                <a:hlinkClick r:id="rId12"/>
              </a:rPr>
              <a:t>Synapse pipeline</a:t>
            </a:r>
            <a:r>
              <a:rPr lang="en-US" sz="1000" dirty="0"/>
              <a:t>.</a:t>
            </a:r>
          </a:p>
          <a:p>
            <a:r>
              <a:rPr lang="en-US" sz="1000" dirty="0"/>
              <a:t>** Classification support for only Unity Catalog in Azure Databricks data source.</a:t>
            </a:r>
          </a:p>
          <a:p>
            <a:r>
              <a:rPr lang="en-US" sz="1000" dirty="0"/>
              <a:t>*** Custom classification isn't supported for Azure Databricks Unity Catalog source.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722020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7C78-F084-F03B-02F0-0B902019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81C6-5793-E066-FA02-1B2C6CA3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 – 1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28702-E316-5E93-82D3-BFB26926D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69432"/>
              </p:ext>
            </p:extLst>
          </p:nvPr>
        </p:nvGraphicFramePr>
        <p:xfrm>
          <a:off x="581025" y="1130042"/>
          <a:ext cx="9684844" cy="51188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84">
                  <a:extLst>
                    <a:ext uri="{9D8B030D-6E8A-4147-A177-3AD203B41FA5}">
                      <a16:colId xmlns:a16="http://schemas.microsoft.com/office/drawing/2014/main" val="1982123689"/>
                    </a:ext>
                  </a:extLst>
                </a:gridCol>
                <a:gridCol w="141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source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apply sensitivity labels to Data Map assets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apply policies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lineage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PostgreSQL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SAP Business Warehouse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4"/>
                        </a:rPr>
                        <a:t>SAP HANA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5"/>
                        </a:rPr>
                        <a:t>Snowflake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6"/>
                        </a:rPr>
                        <a:t>SQL Server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No*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7"/>
                        </a:rPr>
                        <a:t>SQL Server on Azure-Arc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No*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41190640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8"/>
                        </a:rPr>
                        <a:t>Teradata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1914635449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PostgreSQL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344271019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SAP Business Warehouse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32022747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5B3DF6D-E411-B3E8-2A7B-5443A87B1900}"/>
              </a:ext>
            </a:extLst>
          </p:cNvPr>
          <p:cNvSpPr txBox="1"/>
          <p:nvPr/>
        </p:nvSpPr>
        <p:spPr>
          <a:xfrm>
            <a:off x="581025" y="6248918"/>
            <a:ext cx="7517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* Besides the lineage on assets within the data source, lineage is also supported if dataset is used as a source/sink in </a:t>
            </a:r>
            <a:r>
              <a:rPr lang="en-US" sz="1400" dirty="0">
                <a:solidFill>
                  <a:srgbClr val="0065B3"/>
                </a:solidFill>
                <a:latin typeface="Segoe UI" panose="020B0502040204020203" pitchFamily="34" charset="0"/>
                <a:hlinkClick r:id="rId9"/>
              </a:rPr>
              <a:t>Data Factory</a:t>
            </a: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 or </a:t>
            </a:r>
            <a:r>
              <a:rPr lang="en-US" sz="1400" dirty="0">
                <a:solidFill>
                  <a:srgbClr val="0065B3"/>
                </a:solidFill>
                <a:latin typeface="Segoe UI" panose="020B0502040204020203" pitchFamily="34" charset="0"/>
                <a:hlinkClick r:id="rId10"/>
              </a:rPr>
              <a:t>Synapse pipeline</a:t>
            </a: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37010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B113-B3DD-27BF-8DB8-04CAE6E2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E6BA-BF7C-DAF3-9DE6-F9F264A9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 – 2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EF4C0E-B598-B05F-F7EF-ECAA762AB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568144"/>
              </p:ext>
            </p:extLst>
          </p:nvPr>
        </p:nvGraphicFramePr>
        <p:xfrm>
          <a:off x="581025" y="1115755"/>
          <a:ext cx="9684844" cy="51188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84">
                  <a:extLst>
                    <a:ext uri="{9D8B030D-6E8A-4147-A177-3AD203B41FA5}">
                      <a16:colId xmlns:a16="http://schemas.microsoft.com/office/drawing/2014/main" val="1982123689"/>
                    </a:ext>
                  </a:extLst>
                </a:gridCol>
                <a:gridCol w="141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source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apply sensitivity labels to Data Map assets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apply policies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lineage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Amazon RDS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Amazon Redshift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4"/>
                        </a:rPr>
                        <a:t>Cassandra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5"/>
                        </a:rPr>
                        <a:t>Db2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6"/>
                        </a:rPr>
                        <a:t>Google BigQuery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7"/>
                        </a:rPr>
                        <a:t>Hive Metastore Database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41190640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8"/>
                        </a:rPr>
                        <a:t>MongoDB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1914635449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9"/>
                        </a:rPr>
                        <a:t>MySQL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344271019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10"/>
                        </a:rPr>
                        <a:t>Oracle</a:t>
                      </a:r>
                      <a:endParaRPr lang="en-US" sz="140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</a:t>
                      </a:r>
                      <a:endParaRPr lang="en-US" sz="1400" dirty="0">
                        <a:effectLst/>
                      </a:endParaRPr>
                    </a:p>
                  </a:txBody>
                  <a:tcPr marL="33526" marR="33526" marT="16763" marB="1676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33526" marR="33526" marT="16763" marB="16763"/>
                </a:tc>
                <a:extLst>
                  <a:ext uri="{0D108BD9-81ED-4DB2-BD59-A6C34878D82A}">
                    <a16:rowId xmlns:a16="http://schemas.microsoft.com/office/drawing/2014/main" val="32022747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8AF1E3-37ED-D591-230A-F2A07094AFD2}"/>
              </a:ext>
            </a:extLst>
          </p:cNvPr>
          <p:cNvSpPr txBox="1"/>
          <p:nvPr/>
        </p:nvSpPr>
        <p:spPr>
          <a:xfrm>
            <a:off x="546647" y="6299855"/>
            <a:ext cx="7517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* Besides the lineage on assets within the data source, lineage is also supported if dataset is used as a source/sink in </a:t>
            </a:r>
            <a:r>
              <a:rPr lang="en-US" sz="1400" dirty="0">
                <a:solidFill>
                  <a:srgbClr val="0065B3"/>
                </a:solidFill>
                <a:latin typeface="Segoe UI" panose="020B0502040204020203" pitchFamily="34" charset="0"/>
                <a:hlinkClick r:id="rId11"/>
              </a:rPr>
              <a:t>Data Factory</a:t>
            </a: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 or </a:t>
            </a:r>
            <a:r>
              <a:rPr lang="en-US" sz="1400" dirty="0">
                <a:solidFill>
                  <a:srgbClr val="0065B3"/>
                </a:solidFill>
                <a:latin typeface="Segoe UI" panose="020B0502040204020203" pitchFamily="34" charset="0"/>
                <a:hlinkClick r:id="rId12"/>
              </a:rPr>
              <a:t>Synapse pipeline</a:t>
            </a: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943762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2D3C-88FB-2680-64D2-2C78E314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4689-5223-3E10-E6CE-AE82D581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– 1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EF363F-4A2C-DFAD-7025-AB1B79D32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86515"/>
              </p:ext>
            </p:extLst>
          </p:nvPr>
        </p:nvGraphicFramePr>
        <p:xfrm>
          <a:off x="581025" y="1115755"/>
          <a:ext cx="9684844" cy="51188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84">
                  <a:extLst>
                    <a:ext uri="{9D8B030D-6E8A-4147-A177-3AD203B41FA5}">
                      <a16:colId xmlns:a16="http://schemas.microsoft.com/office/drawing/2014/main" val="1982123689"/>
                    </a:ext>
                  </a:extLst>
                </a:gridCol>
                <a:gridCol w="141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source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apply sensitivity labels to Data Map assets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apply policies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lineage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Airflow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Dataverse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4"/>
                        </a:rPr>
                        <a:t>Erwin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3493191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5"/>
                        </a:rPr>
                        <a:t>Fabric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6"/>
                        </a:rPr>
                        <a:t>Looker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7"/>
                        </a:rPr>
                        <a:t>Power BI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Yes**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4119064021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8"/>
                        </a:rPr>
                        <a:t>Qlik Sense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1914635449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9"/>
                        </a:rPr>
                        <a:t>Salesforce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3442710193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10"/>
                        </a:rPr>
                        <a:t>SAP ECC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32022747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671346-6723-C9CD-8FE7-1EFA8DCA32A4}"/>
              </a:ext>
            </a:extLst>
          </p:cNvPr>
          <p:cNvSpPr txBox="1"/>
          <p:nvPr/>
        </p:nvSpPr>
        <p:spPr>
          <a:xfrm>
            <a:off x="546647" y="6299855"/>
            <a:ext cx="75172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61616"/>
                </a:solidFill>
                <a:latin typeface="Segoe UI" panose="020B0502040204020203" pitchFamily="34" charset="0"/>
              </a:rPr>
              <a:t>Besides the lineage on assets within the data source, lineage is also supported if dataset is used as a source/sink in </a:t>
            </a:r>
            <a:r>
              <a:rPr lang="en-US" sz="1000" dirty="0">
                <a:solidFill>
                  <a:srgbClr val="0065B3"/>
                </a:solidFill>
                <a:latin typeface="Segoe UI" panose="020B0502040204020203" pitchFamily="34" charset="0"/>
                <a:hlinkClick r:id="rId11"/>
              </a:rPr>
              <a:t>Data Factory</a:t>
            </a:r>
            <a:r>
              <a:rPr lang="en-US" sz="1000" dirty="0">
                <a:solidFill>
                  <a:srgbClr val="161616"/>
                </a:solidFill>
                <a:latin typeface="Segoe UI" panose="020B0502040204020203" pitchFamily="34" charset="0"/>
              </a:rPr>
              <a:t> or </a:t>
            </a:r>
            <a:r>
              <a:rPr lang="en-US" sz="1000" dirty="0">
                <a:solidFill>
                  <a:srgbClr val="0065B3"/>
                </a:solidFill>
                <a:latin typeface="Segoe UI" panose="020B0502040204020203" pitchFamily="34" charset="0"/>
                <a:hlinkClick r:id="rId12"/>
              </a:rPr>
              <a:t>Synapse pipeline</a:t>
            </a:r>
            <a:r>
              <a:rPr lang="en-US" sz="1000" dirty="0">
                <a:solidFill>
                  <a:srgbClr val="161616"/>
                </a:solidFill>
                <a:latin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** Power BI items in a Fabric tenant are available using live view.</a:t>
            </a:r>
            <a:endParaRPr lang="en-US" sz="1000" dirty="0">
              <a:solidFill>
                <a:srgbClr val="16161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58449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419F3-F3C5-7AC6-247C-0AA5FEE0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F63B-0EA9-65EC-C49F-CF7E8B59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– 2 of 2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825A27-8C9A-5F60-7603-59AE7B1F9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931866"/>
              </p:ext>
            </p:extLst>
          </p:nvPr>
        </p:nvGraphicFramePr>
        <p:xfrm>
          <a:off x="581025" y="1611002"/>
          <a:ext cx="9684844" cy="1817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84">
                  <a:extLst>
                    <a:ext uri="{9D8B030D-6E8A-4147-A177-3AD203B41FA5}">
                      <a16:colId xmlns:a16="http://schemas.microsoft.com/office/drawing/2014/main" val="1982123689"/>
                    </a:ext>
                  </a:extLst>
                </a:gridCol>
                <a:gridCol w="141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source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automatically apply classifications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>
                          <a:solidFill>
                            <a:srgbClr val="FFFDF9"/>
                          </a:solidFill>
                          <a:effectLst/>
                        </a:rPr>
                        <a:t>Can apply sensitivity labels to Data Map assets</a:t>
                      </a:r>
                      <a:endParaRPr lang="en-US" sz="1400" i="0" u="none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Can apply policies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dirty="0">
                          <a:solidFill>
                            <a:srgbClr val="FFFDF9"/>
                          </a:solidFill>
                          <a:effectLst/>
                        </a:rPr>
                        <a:t>Data lineage</a:t>
                      </a:r>
                      <a:endParaRPr lang="en-US" sz="1400" i="0" u="none" dirty="0">
                        <a:solidFill>
                          <a:srgbClr val="FFFDF9"/>
                        </a:solidFill>
                        <a:effectLst/>
                      </a:endParaRPr>
                    </a:p>
                  </a:txBody>
                  <a:tcPr marL="21450" marR="21450" marT="10725" marB="10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>
                          <a:solidFill>
                            <a:srgbClr val="0065B3"/>
                          </a:solidFill>
                          <a:effectLst/>
                          <a:hlinkClick r:id="rId2"/>
                        </a:rPr>
                        <a:t>SAP S/4HANA</a:t>
                      </a:r>
                      <a:endParaRPr lang="en-US" sz="140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</a:rPr>
                        <a:t>Yes*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961852686"/>
                  </a:ext>
                </a:extLst>
              </a:tr>
              <a:tr h="471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u="none" strike="noStrike" dirty="0">
                          <a:solidFill>
                            <a:srgbClr val="0065B3"/>
                          </a:solidFill>
                          <a:effectLst/>
                          <a:hlinkClick r:id="rId3"/>
                        </a:rPr>
                        <a:t>Tableau</a:t>
                      </a:r>
                      <a:endParaRPr lang="en-US" sz="1400" dirty="0">
                        <a:effectLst/>
                      </a:endParaRP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49736" marR="49736" marT="24868" marB="24868"/>
                </a:tc>
                <a:extLst>
                  <a:ext uri="{0D108BD9-81ED-4DB2-BD59-A6C34878D82A}">
                    <a16:rowId xmlns:a16="http://schemas.microsoft.com/office/drawing/2014/main" val="28800826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151E78-50FD-9F0B-9178-4653A08076D2}"/>
              </a:ext>
            </a:extLst>
          </p:cNvPr>
          <p:cNvSpPr txBox="1"/>
          <p:nvPr/>
        </p:nvSpPr>
        <p:spPr>
          <a:xfrm>
            <a:off x="546647" y="6299855"/>
            <a:ext cx="75172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61616"/>
                </a:solidFill>
                <a:latin typeface="Segoe UI" panose="020B0502040204020203" pitchFamily="34" charset="0"/>
              </a:rPr>
              <a:t>Besides the lineage on assets within the data source, lineage is also supported if dataset is used as a source/sink in </a:t>
            </a:r>
            <a:r>
              <a:rPr lang="en-US" sz="1000" dirty="0">
                <a:solidFill>
                  <a:srgbClr val="0065B3"/>
                </a:solidFill>
                <a:latin typeface="Segoe UI" panose="020B0502040204020203" pitchFamily="34" charset="0"/>
                <a:hlinkClick r:id="rId4"/>
              </a:rPr>
              <a:t>Data Factory</a:t>
            </a:r>
            <a:r>
              <a:rPr lang="en-US" sz="1000" dirty="0">
                <a:solidFill>
                  <a:srgbClr val="161616"/>
                </a:solidFill>
                <a:latin typeface="Segoe UI" panose="020B0502040204020203" pitchFamily="34" charset="0"/>
              </a:rPr>
              <a:t> or </a:t>
            </a:r>
            <a:r>
              <a:rPr lang="en-US" sz="1000" dirty="0">
                <a:solidFill>
                  <a:srgbClr val="0065B3"/>
                </a:solidFill>
                <a:latin typeface="Segoe UI" panose="020B0502040204020203" pitchFamily="34" charset="0"/>
                <a:hlinkClick r:id="rId5"/>
              </a:rPr>
              <a:t>Synapse pipeline</a:t>
            </a:r>
            <a:r>
              <a:rPr lang="en-US" sz="1000" dirty="0">
                <a:solidFill>
                  <a:srgbClr val="161616"/>
                </a:solidFill>
                <a:latin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** Power BI items in a Fabric tenant are available using live view.</a:t>
            </a:r>
            <a:endParaRPr lang="en-US" sz="1000" dirty="0">
              <a:solidFill>
                <a:srgbClr val="16161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96963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B0295-B68F-BE48-4013-64E83BCC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5D3CB-2E4D-C825-B46F-FAFFE7209DFB}"/>
              </a:ext>
            </a:extLst>
          </p:cNvPr>
          <p:cNvSpPr txBox="1"/>
          <p:nvPr/>
        </p:nvSpPr>
        <p:spPr>
          <a:xfrm>
            <a:off x="5188688" y="2860158"/>
            <a:ext cx="4292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Scan regions and file types</a:t>
            </a:r>
          </a:p>
        </p:txBody>
      </p:sp>
    </p:spTree>
    <p:extLst>
      <p:ext uri="{BB962C8B-B14F-4D97-AF65-F5344CB8AC3E}">
        <p14:creationId xmlns:p14="http://schemas.microsoft.com/office/powerpoint/2010/main" val="3366002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9C0C-74E6-A237-2C14-AA2E73AA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61616"/>
                </a:solidFill>
                <a:latin typeface="Segoe UI" panose="020B0502040204020203" pitchFamily="34" charset="0"/>
              </a:rPr>
              <a:t>Data Map scanner regions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C2DD4-DB34-A616-896B-76D9E831356A}"/>
              </a:ext>
            </a:extLst>
          </p:cNvPr>
          <p:cNvSpPr txBox="1"/>
          <p:nvPr/>
        </p:nvSpPr>
        <p:spPr>
          <a:xfrm>
            <a:off x="581025" y="1579745"/>
            <a:ext cx="7836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The following list shows the Azure data source (data center) regions where the Data Map scanner runs. If your Azure data source is in a region outside of this list, the scanner runs in the region of your Microsoft Purview instance.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46FB8-8F7D-59B5-BF50-DDFFF1EFD8C0}"/>
              </a:ext>
            </a:extLst>
          </p:cNvPr>
          <p:cNvSpPr txBox="1"/>
          <p:nvPr/>
        </p:nvSpPr>
        <p:spPr>
          <a:xfrm>
            <a:off x="1371600" y="2702909"/>
            <a:ext cx="191449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Australia East</a:t>
            </a:r>
          </a:p>
          <a:p>
            <a:r>
              <a:rPr lang="en-US" sz="1400" dirty="0"/>
              <a:t>Australia Southeast</a:t>
            </a:r>
          </a:p>
          <a:p>
            <a:r>
              <a:rPr lang="en-US" sz="1400" dirty="0"/>
              <a:t>Brazil South</a:t>
            </a:r>
          </a:p>
          <a:p>
            <a:r>
              <a:rPr lang="en-US" sz="1400" dirty="0"/>
              <a:t>Canada Central</a:t>
            </a:r>
          </a:p>
          <a:p>
            <a:r>
              <a:rPr lang="en-US" sz="1400" dirty="0"/>
              <a:t>Canada East</a:t>
            </a:r>
          </a:p>
          <a:p>
            <a:r>
              <a:rPr lang="en-US" sz="1400" dirty="0"/>
              <a:t>Central India</a:t>
            </a:r>
          </a:p>
          <a:p>
            <a:r>
              <a:rPr lang="en-US" sz="1400" dirty="0"/>
              <a:t>China North 3</a:t>
            </a:r>
          </a:p>
          <a:p>
            <a:r>
              <a:rPr lang="en-US" sz="1400" dirty="0"/>
              <a:t>East Asia</a:t>
            </a:r>
          </a:p>
          <a:p>
            <a:r>
              <a:rPr lang="en-US" sz="1400" dirty="0"/>
              <a:t>East US</a:t>
            </a:r>
          </a:p>
          <a:p>
            <a:r>
              <a:rPr lang="en-US" sz="1400" dirty="0"/>
              <a:t>East US 2</a:t>
            </a:r>
          </a:p>
          <a:p>
            <a:r>
              <a:rPr lang="en-US" sz="1400" dirty="0"/>
              <a:t>France Central</a:t>
            </a:r>
          </a:p>
          <a:p>
            <a:r>
              <a:rPr lang="en-US" sz="1400" dirty="0"/>
              <a:t>Germany West Central</a:t>
            </a:r>
          </a:p>
          <a:p>
            <a:r>
              <a:rPr lang="en-US" sz="1400" dirty="0"/>
              <a:t>Japan East</a:t>
            </a:r>
          </a:p>
          <a:p>
            <a:r>
              <a:rPr lang="en-US" sz="1400" dirty="0"/>
              <a:t>Korea Central</a:t>
            </a:r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B8A91-96DF-B5D4-2BB1-E40F573A7E40}"/>
              </a:ext>
            </a:extLst>
          </p:cNvPr>
          <p:cNvSpPr txBox="1"/>
          <p:nvPr/>
        </p:nvSpPr>
        <p:spPr>
          <a:xfrm>
            <a:off x="4593265" y="2702909"/>
            <a:ext cx="1628074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North Central US</a:t>
            </a:r>
          </a:p>
          <a:p>
            <a:r>
              <a:rPr lang="en-US" sz="1400" dirty="0"/>
              <a:t>North Europe</a:t>
            </a:r>
          </a:p>
          <a:p>
            <a:r>
              <a:rPr lang="en-US" sz="1400" dirty="0"/>
              <a:t>Qatar Central</a:t>
            </a:r>
          </a:p>
          <a:p>
            <a:r>
              <a:rPr lang="en-US" sz="1400" dirty="0"/>
              <a:t>South Africa North</a:t>
            </a:r>
          </a:p>
          <a:p>
            <a:r>
              <a:rPr lang="en-US" sz="1400" dirty="0"/>
              <a:t>South Central US</a:t>
            </a:r>
          </a:p>
          <a:p>
            <a:r>
              <a:rPr lang="en-US" sz="1400" dirty="0"/>
              <a:t>Southeast Asia</a:t>
            </a:r>
          </a:p>
          <a:p>
            <a:r>
              <a:rPr lang="en-US" sz="1400" dirty="0"/>
              <a:t>Switzerland North</a:t>
            </a:r>
          </a:p>
          <a:p>
            <a:r>
              <a:rPr lang="en-US" sz="1400" dirty="0"/>
              <a:t>UAE North</a:t>
            </a:r>
          </a:p>
          <a:p>
            <a:r>
              <a:rPr lang="en-US" sz="1400" dirty="0"/>
              <a:t>UK South</a:t>
            </a:r>
          </a:p>
          <a:p>
            <a:r>
              <a:rPr lang="en-US" sz="1400" dirty="0" err="1"/>
              <a:t>USGov</a:t>
            </a:r>
            <a:r>
              <a:rPr lang="en-US" sz="1400" dirty="0"/>
              <a:t> Virginia</a:t>
            </a:r>
          </a:p>
          <a:p>
            <a:r>
              <a:rPr lang="en-US" sz="1400" dirty="0"/>
              <a:t>West Central US</a:t>
            </a:r>
          </a:p>
          <a:p>
            <a:r>
              <a:rPr lang="en-US" sz="1400" dirty="0"/>
              <a:t>West Europe</a:t>
            </a:r>
          </a:p>
          <a:p>
            <a:r>
              <a:rPr lang="en-US" sz="1400" dirty="0"/>
              <a:t>West US</a:t>
            </a:r>
          </a:p>
          <a:p>
            <a:r>
              <a:rPr lang="en-US" sz="1400" dirty="0"/>
              <a:t>West US 2</a:t>
            </a:r>
          </a:p>
          <a:p>
            <a:r>
              <a:rPr lang="en-US" sz="1400" dirty="0"/>
              <a:t>West US 3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384538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DD53-BE79-00D1-36B6-6A59E558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61616"/>
                </a:solidFill>
                <a:latin typeface="Segoe UI" panose="020B0502040204020203" pitchFamily="34" charset="0"/>
              </a:rPr>
              <a:t>File types supported for scanning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7C6D8-7AC4-20C8-097C-B6E1645CB4FE}"/>
              </a:ext>
            </a:extLst>
          </p:cNvPr>
          <p:cNvSpPr txBox="1"/>
          <p:nvPr/>
        </p:nvSpPr>
        <p:spPr>
          <a:xfrm>
            <a:off x="482011" y="1839941"/>
            <a:ext cx="774050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The file types listed in the following section support scanning, schema extraction, and classification where applicable. Additionally, Data Map supports </a:t>
            </a:r>
            <a:r>
              <a:rPr lang="en-US" sz="1600" dirty="0">
                <a:solidFill>
                  <a:srgbClr val="0065B3"/>
                </a:solidFill>
                <a:latin typeface="Segoe UI" panose="020B0502040204020203" pitchFamily="34" charset="0"/>
                <a:hlinkClick r:id="rId2"/>
              </a:rPr>
              <a:t>custom file extensions and custom parsers</a:t>
            </a: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.</a:t>
            </a:r>
          </a:p>
          <a:p>
            <a:pPr algn="l">
              <a:buNone/>
            </a:pPr>
            <a:endParaRPr lang="en-US" sz="1600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en-US" sz="1600" b="1" dirty="0">
                <a:solidFill>
                  <a:srgbClr val="161616"/>
                </a:solidFill>
                <a:latin typeface="Segoe UI" panose="020B0502040204020203" pitchFamily="34" charset="0"/>
              </a:rPr>
              <a:t>Structured file formats supported by extension include scanning, schema extraction, and asset and column level classification:</a:t>
            </a:r>
            <a:endParaRPr lang="en-US" sz="1600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AVRO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CSV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GZIP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JSON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ORC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PARQUET*</a:t>
            </a:r>
          </a:p>
          <a:p>
            <a:pPr algn="l">
              <a:buNone/>
            </a:pP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*For </a:t>
            </a:r>
            <a:r>
              <a:rPr lang="en-US" sz="1600" dirty="0" err="1">
                <a:solidFill>
                  <a:srgbClr val="161616"/>
                </a:solidFill>
                <a:latin typeface="Segoe UI" panose="020B0502040204020203" pitchFamily="34" charset="0"/>
              </a:rPr>
              <a:t>noncompressed</a:t>
            </a: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 PARQUET files, all Parquet formats are supported. For compressed PARQUET files, only snappy Parquet format is supported.</a:t>
            </a:r>
          </a:p>
          <a:p>
            <a:pPr algn="l">
              <a:buNone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7E312-3E99-0C5C-59B3-4CD279B63712}"/>
              </a:ext>
            </a:extLst>
          </p:cNvPr>
          <p:cNvSpPr txBox="1"/>
          <p:nvPr/>
        </p:nvSpPr>
        <p:spPr>
          <a:xfrm>
            <a:off x="2604976" y="3429000"/>
            <a:ext cx="6367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PSV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SSV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TSV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TXT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8597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69F1-FFF0-4677-2AAF-84A71F9D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61616"/>
                </a:solidFill>
                <a:latin typeface="Segoe UI" panose="020B0502040204020203" pitchFamily="34" charset="0"/>
              </a:rPr>
              <a:t>File types supported for scanning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D0842-FFF2-CAB7-1DF5-6D365EAB8F59}"/>
              </a:ext>
            </a:extLst>
          </p:cNvPr>
          <p:cNvSpPr txBox="1"/>
          <p:nvPr/>
        </p:nvSpPr>
        <p:spPr>
          <a:xfrm>
            <a:off x="694661" y="1720840"/>
            <a:ext cx="726203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61616"/>
                </a:solidFill>
                <a:latin typeface="Segoe UI" panose="020B0502040204020203" pitchFamily="34" charset="0"/>
              </a:rPr>
              <a:t>Document file formats supported by extension include scanning and asset level classification:</a:t>
            </a:r>
            <a:endParaRPr lang="en-US" sz="1600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DOC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DOCM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DOCX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DOT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ODP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ODS</a:t>
            </a:r>
            <a:b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sz="1600" dirty="0">
                <a:solidFill>
                  <a:srgbClr val="161616"/>
                </a:solidFill>
                <a:latin typeface="Segoe UI" panose="020B0502040204020203" pitchFamily="34" charset="0"/>
              </a:rPr>
              <a:t>ODT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4D88B-FE35-518F-5820-9EC5D8A40CDC}"/>
              </a:ext>
            </a:extLst>
          </p:cNvPr>
          <p:cNvSpPr txBox="1"/>
          <p:nvPr/>
        </p:nvSpPr>
        <p:spPr>
          <a:xfrm>
            <a:off x="4551708" y="2413337"/>
            <a:ext cx="7713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PDF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POT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PPS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PPSX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PPT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PPTM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PPTX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E6FE6-6ED7-4F41-C1C6-29B7F1FCE1B1}"/>
              </a:ext>
            </a:extLst>
          </p:cNvPr>
          <p:cNvSpPr txBox="1"/>
          <p:nvPr/>
        </p:nvSpPr>
        <p:spPr>
          <a:xfrm>
            <a:off x="2700670" y="2413337"/>
            <a:ext cx="7601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XLC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XLS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XLSB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XLSM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XLSX</a:t>
            </a:r>
            <a:b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</a:b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XLT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4509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Custom 1">
      <a:dk1>
        <a:srgbClr val="225B61"/>
      </a:dk1>
      <a:lt1>
        <a:srgbClr val="000000"/>
      </a:lt1>
      <a:dk2>
        <a:srgbClr val="B9DCD2"/>
      </a:dk2>
      <a:lt2>
        <a:srgbClr val="49C5B1"/>
      </a:lt2>
      <a:accent1>
        <a:srgbClr val="8DE971"/>
      </a:accent1>
      <a:accent2>
        <a:srgbClr val="0078D3"/>
      </a:accent2>
      <a:accent3>
        <a:srgbClr val="8661C5"/>
      </a:accent3>
      <a:accent4>
        <a:srgbClr val="C03BC3"/>
      </a:accent4>
      <a:accent5>
        <a:srgbClr val="FFB900"/>
      </a:accent5>
      <a:accent6>
        <a:srgbClr val="F3364C"/>
      </a:accent6>
      <a:hlink>
        <a:srgbClr val="225B61"/>
      </a:hlink>
      <a:folHlink>
        <a:srgbClr val="8DC8E8"/>
      </a:folHlink>
    </a:clrScheme>
    <a:fontScheme name="Custom 20">
      <a:majorFont>
        <a:latin typeface="Segoe Sans Display"/>
        <a:ea typeface=""/>
        <a:cs typeface=""/>
      </a:majorFont>
      <a:minorFont>
        <a:latin typeface="Segoe Sans Tex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2Color _Microsoft Fabric Master Slide Template PPT" id="{C4955310-1F75-CB41-AE88-3C74BC568F8B}" vid="{D64952BC-5741-F749-9CC7-11175F269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b1c3d6fc-5689-40cc-899d-3b916b4ff5bf">
      <UserInfo>
        <DisplayName>Ronald Chang</DisplayName>
        <AccountId>26</AccountId>
        <AccountType/>
      </UserInfo>
      <UserInfo>
        <DisplayName>Ellie Lawler</DisplayName>
        <AccountId>207</AccountId>
        <AccountType/>
      </UserInfo>
      <UserInfo>
        <DisplayName>Miwa Monji</DisplayName>
        <AccountId>136</AccountId>
        <AccountType/>
      </UserInfo>
      <UserInfo>
        <DisplayName>Sharif Islam</DisplayName>
        <AccountId>622</AccountId>
        <AccountType/>
      </UserInfo>
      <UserInfo>
        <DisplayName>Jeeva Akr</DisplayName>
        <AccountId>39</AccountId>
        <AccountType/>
      </UserInfo>
      <UserInfo>
        <DisplayName>Jason Pereira</DisplayName>
        <AccountId>1123</AccountId>
        <AccountType/>
      </UserInfo>
      <UserInfo>
        <DisplayName>Will Johnson (GBB)</DisplayName>
        <AccountId>470</AccountId>
        <AccountType/>
      </UserInfo>
      <UserInfo>
        <DisplayName>Thasmika Gokal</DisplayName>
        <AccountId>142</AccountId>
        <AccountType/>
      </UserInfo>
      <UserInfo>
        <DisplayName>Cillian Mitchell</DisplayName>
        <AccountId>36</AccountId>
        <AccountType/>
      </UserInfo>
      <UserInfo>
        <DisplayName>Rajeev Jain</DisplayName>
        <AccountId>110</AccountId>
        <AccountType/>
      </UserInfo>
      <UserInfo>
        <DisplayName>Nellie Vasiliev (AG Consulting Partners, Inc.)</DisplayName>
        <AccountId>16</AccountId>
        <AccountType/>
      </UserInfo>
      <UserInfo>
        <DisplayName>Binaka Sankaran</DisplayName>
        <AccountId>745</AccountId>
        <AccountType/>
      </UserInfo>
      <UserInfo>
        <DisplayName>Ege Onelcin</DisplayName>
        <AccountId>42</AccountId>
        <AccountType/>
      </UserInfo>
      <UserInfo>
        <DisplayName>Karlien Vanden Eynde</DisplayName>
        <AccountId>18</AccountId>
        <AccountType/>
      </UserInfo>
      <UserInfo>
        <DisplayName>Swetha Mannepalli</DisplayName>
        <AccountId>8</AccountId>
        <AccountType/>
      </UserInfo>
      <UserInfo>
        <DisplayName>Dan Houdek</DisplayName>
        <AccountId>95</AccountId>
        <AccountType/>
      </UserInfo>
      <UserInfo>
        <DisplayName>Carlos Herquinio</DisplayName>
        <AccountId>1441</AccountId>
        <AccountType/>
      </UserInfo>
      <UserInfo>
        <DisplayName>Mohini Verma</DisplayName>
        <AccountId>1442</AccountId>
        <AccountType/>
      </UserInfo>
      <UserInfo>
        <DisplayName>Leighton Searle</DisplayName>
        <AccountId>1427</AccountId>
        <AccountType/>
      </UserInfo>
      <UserInfo>
        <DisplayName>Vaishali Chawan</DisplayName>
        <AccountId>633</AccountId>
        <AccountType/>
      </UserInfo>
      <UserInfo>
        <DisplayName>Tonio Lora</DisplayName>
        <AccountId>673</AccountId>
        <AccountType/>
      </UserInfo>
      <UserInfo>
        <DisplayName>Craig Butler</DisplayName>
        <AccountId>1158</AccountId>
        <AccountType/>
      </UserInfo>
      <UserInfo>
        <DisplayName>Kathrine Lord</DisplayName>
        <AccountId>1443</AccountId>
        <AccountType/>
      </UserInfo>
      <UserInfo>
        <DisplayName>Nilesh Khatri</DisplayName>
        <AccountId>826</AccountId>
        <AccountType/>
      </UserInfo>
      <UserInfo>
        <DisplayName>Mark Chen</DisplayName>
        <AccountId>813</AccountId>
        <AccountType/>
      </UserInfo>
      <UserInfo>
        <DisplayName>Suma Manohar</DisplayName>
        <AccountId>827</AccountId>
        <AccountType/>
      </UserInfo>
      <UserInfo>
        <DisplayName>Mo Lin</DisplayName>
        <AccountId>679</AccountId>
        <AccountType/>
      </UserInfo>
      <UserInfo>
        <DisplayName>Ravikanth Musti</DisplayName>
        <AccountId>639</AccountId>
        <AccountType/>
      </UserInfo>
      <UserInfo>
        <DisplayName>Debananda Ghosh</DisplayName>
        <AccountId>488</AccountId>
        <AccountType/>
      </UserInfo>
      <UserInfo>
        <DisplayName>Sana Sanai</DisplayName>
        <AccountId>825</AccountId>
        <AccountType/>
      </UserInfo>
      <UserInfo>
        <DisplayName>Nazeer Ali Mohammed</DisplayName>
        <AccountId>635</AccountId>
        <AccountType/>
      </UserInfo>
      <UserInfo>
        <DisplayName>Elizabeth Antoine</DisplayName>
        <AccountId>829</AccountId>
        <AccountType/>
      </UserInfo>
      <UserInfo>
        <DisplayName>Amjad Muhammad Khan</DisplayName>
        <AccountId>759</AccountId>
        <AccountType/>
      </UserInfo>
      <UserInfo>
        <DisplayName>Ayman Dabees</DisplayName>
        <AccountId>692</AccountId>
        <AccountType/>
      </UserInfo>
      <UserInfo>
        <DisplayName>Keyuna Evans (CELA)</DisplayName>
        <AccountId>239</AccountId>
        <AccountType/>
      </UserInfo>
      <UserInfo>
        <DisplayName>Nevenka Scott</DisplayName>
        <AccountId>1139</AccountId>
        <AccountType/>
      </UserInfo>
      <UserInfo>
        <DisplayName>Brian Robinson (CELA)</DisplayName>
        <AccountId>988</AccountId>
        <AccountType/>
      </UserInfo>
      <UserInfo>
        <DisplayName>Nicholas Wolfe (CELA)</DisplayName>
        <AccountId>1452</AccountId>
        <AccountType/>
      </UserInfo>
      <UserInfo>
        <DisplayName>Phiania Macpherson</DisplayName>
        <AccountId>1470</AccountId>
        <AccountType/>
      </UserInfo>
      <UserInfo>
        <DisplayName>Tulsi Wansai [Chillibreeze]</DisplayName>
        <AccountId>1419</AccountId>
        <AccountType/>
      </UserInfo>
      <UserInfo>
        <DisplayName>Wangui McKelvey</DisplayName>
        <AccountId>567</AccountId>
        <AccountType/>
      </UserInfo>
      <UserInfo>
        <DisplayName>Jermey Evans (CW)</DisplayName>
        <AccountId>644</AccountId>
        <AccountType/>
      </UserInfo>
      <UserInfo>
        <DisplayName>Macy Byerly</DisplayName>
        <AccountId>1617</AccountId>
        <AccountType/>
      </UserInfo>
      <UserInfo>
        <DisplayName>Rachel Bshero</DisplayName>
        <AccountId>573</AccountId>
        <AccountType/>
      </UserInfo>
      <UserInfo>
        <DisplayName>Lauren Ward</DisplayName>
        <AccountId>345</AccountId>
        <AccountType/>
      </UserInfo>
      <UserInfo>
        <DisplayName>Tyler Mays-Childers (he/him)</DisplayName>
        <AccountId>33</AccountId>
        <AccountType/>
      </UserInfo>
      <UserInfo>
        <DisplayName>Katherine Smiley (We Are Rosie LLC)</DisplayName>
        <AccountId>1341</AccountId>
        <AccountType/>
      </UserInfo>
    </SharedWithUsers>
    <TaxCatchAll xmlns="230e9df3-be65-4c73-a93b-d1236ebd677e" xsi:nil="true"/>
    <lcf76f155ced4ddcb4097134ff3c332f xmlns="07c5dfa0-33a3-47dd-bfb7-87fb96739115">
      <Terms xmlns="http://schemas.microsoft.com/office/infopath/2007/PartnerControls"/>
    </lcf76f155ced4ddcb4097134ff3c332f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6" ma:contentTypeDescription="Create a new document." ma:contentTypeScope="" ma:versionID="41aa48f0d0fcd022d15edc1db881b801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ad11de25f3f36b6e7a16ba6e6aa8192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A2F610-1193-44B2-A4F0-A119C8973799}">
  <ds:schemaRefs>
    <ds:schemaRef ds:uri="http://schemas.microsoft.com/office/infopath/2007/PartnerControls"/>
    <ds:schemaRef ds:uri="230e9df3-be65-4c73-a93b-d1236ebd677e"/>
    <ds:schemaRef ds:uri="http://purl.org/dc/dcmitype/"/>
    <ds:schemaRef ds:uri="http://schemas.microsoft.com/sharepoint/v3"/>
    <ds:schemaRef ds:uri="http://schemas.openxmlformats.org/package/2006/metadata/core-properties"/>
    <ds:schemaRef ds:uri="b1c3d6fc-5689-40cc-899d-3b916b4ff5bf"/>
    <ds:schemaRef ds:uri="http://purl.org/dc/terms/"/>
    <ds:schemaRef ds:uri="http://purl.org/dc/elements/1.1/"/>
    <ds:schemaRef ds:uri="http://schemas.microsoft.com/office/2006/documentManagement/types"/>
    <ds:schemaRef ds:uri="07c5dfa0-33a3-47dd-bfb7-87fb9673911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552522C-5F65-440E-AA4D-509D313DD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c5dfa0-33a3-47dd-bfb7-87fb96739115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5624A2-8889-4574-B194-C786A1454E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24792</TotalTime>
  <Words>2034</Words>
  <Application>Microsoft Macintosh PowerPoint</Application>
  <PresentationFormat>Widescreen</PresentationFormat>
  <Paragraphs>687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Segoe Sans Display</vt:lpstr>
      <vt:lpstr>Segoe Sans Small Semilight</vt:lpstr>
      <vt:lpstr>Segoe UI</vt:lpstr>
      <vt:lpstr>Title Slides</vt:lpstr>
      <vt:lpstr>think-cell Slide</vt:lpstr>
      <vt:lpstr>Governance and Compliance with Microsoft Purview  A getting started guide – Scanning – sources and types</vt:lpstr>
      <vt:lpstr>Microsoft Purview – Scan Types</vt:lpstr>
      <vt:lpstr>Scaning levels</vt:lpstr>
      <vt:lpstr>Sampling data for classification</vt:lpstr>
      <vt:lpstr>PowerPoint Presentation</vt:lpstr>
      <vt:lpstr>Azure data sources – 1 of 2</vt:lpstr>
      <vt:lpstr>Azure data sources - 2 of 2</vt:lpstr>
      <vt:lpstr>Microsoft SaaS</vt:lpstr>
      <vt:lpstr>Other sources - 1 of 2</vt:lpstr>
      <vt:lpstr>Other sources - 2 of 2</vt:lpstr>
      <vt:lpstr>File systems &amp; object storage (non-Azure)</vt:lpstr>
      <vt:lpstr>PowerPoint Presentation</vt:lpstr>
      <vt:lpstr>Azure - 1 of 2</vt:lpstr>
      <vt:lpstr>Azure – 2 of 2</vt:lpstr>
      <vt:lpstr>Databases – 1 of 2</vt:lpstr>
      <vt:lpstr>Databases – 2 of 2</vt:lpstr>
      <vt:lpstr>Applications – 1 of 2</vt:lpstr>
      <vt:lpstr>Applications – 2 of 2</vt:lpstr>
      <vt:lpstr>PowerPoint Presentation</vt:lpstr>
      <vt:lpstr>Data Map scanner regions</vt:lpstr>
      <vt:lpstr>File types supported for scanning</vt:lpstr>
      <vt:lpstr>File types supported for scanning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Purview-overview</dc:title>
  <dc:creator>Cillian Mitchell</dc:creator>
  <cp:lastModifiedBy>Jan Cordtz</cp:lastModifiedBy>
  <cp:revision>12</cp:revision>
  <cp:lastPrinted>2025-06-18T05:57:52Z</cp:lastPrinted>
  <dcterms:created xsi:type="dcterms:W3CDTF">2024-01-23T16:36:38Z</dcterms:created>
  <dcterms:modified xsi:type="dcterms:W3CDTF">2026-03-25T11:50:53Z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MediaServiceImageTags">
    <vt:lpwstr/>
  </property>
  <property fmtid="{D5CDD505-2E9C-101B-9397-08002B2CF9AE}" pid="4" name="_dlc_policyId">
    <vt:lpwstr>0x01010070AB3889E58DB141A6E1281B02136174|-369733750</vt:lpwstr>
  </property>
  <property fmtid="{D5CDD505-2E9C-101B-9397-08002B2CF9AE}" pid="5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</Properties>
</file>