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41"/>
  </p:notesMasterIdLst>
  <p:handoutMasterIdLst>
    <p:handoutMasterId r:id="rId42"/>
  </p:handoutMasterIdLst>
  <p:sldIdLst>
    <p:sldId id="2147477909" r:id="rId5"/>
    <p:sldId id="2147483568" r:id="rId6"/>
    <p:sldId id="2147483490" r:id="rId7"/>
    <p:sldId id="2147483569" r:id="rId8"/>
    <p:sldId id="2147483570" r:id="rId9"/>
    <p:sldId id="2147483571" r:id="rId10"/>
    <p:sldId id="2147483572" r:id="rId11"/>
    <p:sldId id="2147483573" r:id="rId12"/>
    <p:sldId id="2147483574" r:id="rId13"/>
    <p:sldId id="2147483575" r:id="rId14"/>
    <p:sldId id="2147483576" r:id="rId15"/>
    <p:sldId id="2147483587" r:id="rId16"/>
    <p:sldId id="2147483577" r:id="rId17"/>
    <p:sldId id="2147483578" r:id="rId18"/>
    <p:sldId id="2147483579" r:id="rId19"/>
    <p:sldId id="2147483580" r:id="rId20"/>
    <p:sldId id="2147483581" r:id="rId21"/>
    <p:sldId id="2147483582" r:id="rId22"/>
    <p:sldId id="2147483583" r:id="rId23"/>
    <p:sldId id="2147483584" r:id="rId24"/>
    <p:sldId id="2147483585" r:id="rId25"/>
    <p:sldId id="2147483586" r:id="rId26"/>
    <p:sldId id="2147483588" r:id="rId27"/>
    <p:sldId id="2147483589" r:id="rId28"/>
    <p:sldId id="2147483590" r:id="rId29"/>
    <p:sldId id="2147483591" r:id="rId30"/>
    <p:sldId id="2147483592" r:id="rId31"/>
    <p:sldId id="2147483593" r:id="rId32"/>
    <p:sldId id="2147483594" r:id="rId33"/>
    <p:sldId id="2147483595" r:id="rId34"/>
    <p:sldId id="2147483596" r:id="rId35"/>
    <p:sldId id="2147483597" r:id="rId36"/>
    <p:sldId id="2147483598" r:id="rId37"/>
    <p:sldId id="2147483599" r:id="rId38"/>
    <p:sldId id="2147483600" r:id="rId39"/>
    <p:sldId id="214748360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147483568"/>
          </p14:sldIdLst>
        </p14:section>
        <p14:section name="M365" id="{2667F92E-BCA2-8E44-A61F-111E75146915}">
          <p14:sldIdLst>
            <p14:sldId id="2147483490"/>
            <p14:sldId id="2147483569"/>
            <p14:sldId id="2147483570"/>
            <p14:sldId id="2147483571"/>
            <p14:sldId id="2147483572"/>
            <p14:sldId id="2147483573"/>
            <p14:sldId id="2147483574"/>
            <p14:sldId id="2147483575"/>
            <p14:sldId id="2147483576"/>
          </p14:sldIdLst>
        </p14:section>
        <p14:section name="Azure storage" id="{D9DEC3AA-E2FA-8A4D-9EC8-B107826DEA49}">
          <p14:sldIdLst>
            <p14:sldId id="2147483587"/>
            <p14:sldId id="2147483577"/>
            <p14:sldId id="2147483578"/>
            <p14:sldId id="2147483579"/>
            <p14:sldId id="2147483580"/>
            <p14:sldId id="2147483581"/>
            <p14:sldId id="2147483582"/>
            <p14:sldId id="2147483583"/>
            <p14:sldId id="2147483584"/>
            <p14:sldId id="2147483585"/>
            <p14:sldId id="2147483586"/>
          </p14:sldIdLst>
        </p14:section>
        <p14:section name="Azure Databases" id="{E28D1AED-8388-A34F-BB22-F7ABD225503E}">
          <p14:sldIdLst>
            <p14:sldId id="2147483588"/>
            <p14:sldId id="2147483589"/>
            <p14:sldId id="2147483590"/>
            <p14:sldId id="2147483591"/>
            <p14:sldId id="2147483592"/>
            <p14:sldId id="2147483593"/>
          </p14:sldIdLst>
        </p14:section>
        <p14:section name="Comparison" id="{22576880-BBB0-A943-9359-6576B4E36CD8}">
          <p14:sldIdLst>
            <p14:sldId id="2147483594"/>
            <p14:sldId id="2147483595"/>
            <p14:sldId id="2147483596"/>
            <p14:sldId id="2147483597"/>
            <p14:sldId id="2147483598"/>
            <p14:sldId id="2147483599"/>
            <p14:sldId id="2147483600"/>
            <p14:sldId id="21474836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9"/>
    <a:srgbClr val="46BDAA"/>
    <a:srgbClr val="0078D4"/>
    <a:srgbClr val="FFF8F3"/>
    <a:srgbClr val="C03BC4"/>
    <a:srgbClr val="CDC7BB"/>
    <a:srgbClr val="49C5B1"/>
    <a:srgbClr val="A84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5C554-80AF-A54F-A5D5-BD8CFCB8D083}" v="111" dt="2026-02-06T15:33:22.37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62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1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custSel addSld delSld modSld sldOrd modMainMaster addSection modSection">
      <pc:chgData name="Jan Cordtz" userId="b5e592fb-fc8b-4323-a97d-691438b2e2da" providerId="ADAL" clId="{4E22EDF5-2883-5D57-B9C7-04E66950367B}" dt="2026-02-06T15:35:52.191" v="1110" actId="17846"/>
      <pc:docMkLst>
        <pc:docMk/>
      </pc:docMkLst>
      <pc:sldChg chg="modSp mod">
        <pc:chgData name="Jan Cordtz" userId="b5e592fb-fc8b-4323-a97d-691438b2e2da" providerId="ADAL" clId="{4E22EDF5-2883-5D57-B9C7-04E66950367B}" dt="2026-02-06T15:34:01.947" v="1100" actId="1076"/>
        <pc:sldMkLst>
          <pc:docMk/>
          <pc:sldMk cId="3886619284" sldId="2147477909"/>
        </pc:sldMkLst>
        <pc:spChg chg="mod">
          <ac:chgData name="Jan Cordtz" userId="b5e592fb-fc8b-4323-a97d-691438b2e2da" providerId="ADAL" clId="{4E22EDF5-2883-5D57-B9C7-04E66950367B}" dt="2026-02-06T15:34:01.947" v="1100" actId="1076"/>
          <ac:spMkLst>
            <pc:docMk/>
            <pc:sldMk cId="3886619284" sldId="2147477909"/>
            <ac:spMk id="2" creationId="{C0FE63F7-CA11-EE0D-34D2-1201EFE93977}"/>
          </ac:spMkLst>
        </pc:spChg>
        <pc:spChg chg="mod">
          <ac:chgData name="Jan Cordtz" userId="b5e592fb-fc8b-4323-a97d-691438b2e2da" providerId="ADAL" clId="{4E22EDF5-2883-5D57-B9C7-04E66950367B}" dt="2026-02-06T15:33:56.989" v="1099" actId="20577"/>
          <ac:spMkLst>
            <pc:docMk/>
            <pc:sldMk cId="3886619284" sldId="2147477909"/>
            <ac:spMk id="37" creationId="{40CB8A5C-7978-D6DF-6BCB-6AA6077897C3}"/>
          </ac:spMkLst>
        </pc:spChg>
      </pc:sldChg>
      <pc:sldChg chg="del">
        <pc:chgData name="Jan Cordtz" userId="b5e592fb-fc8b-4323-a97d-691438b2e2da" providerId="ADAL" clId="{4E22EDF5-2883-5D57-B9C7-04E66950367B}" dt="2026-02-06T13:23:45.603" v="20" actId="2696"/>
        <pc:sldMkLst>
          <pc:docMk/>
          <pc:sldMk cId="793374601" sldId="2147483445"/>
        </pc:sldMkLst>
      </pc:sldChg>
      <pc:sldChg chg="del">
        <pc:chgData name="Jan Cordtz" userId="b5e592fb-fc8b-4323-a97d-691438b2e2da" providerId="ADAL" clId="{4E22EDF5-2883-5D57-B9C7-04E66950367B}" dt="2026-02-06T13:23:45.066" v="19" actId="2696"/>
        <pc:sldMkLst>
          <pc:docMk/>
          <pc:sldMk cId="3534346563" sldId="2147483489"/>
        </pc:sldMkLst>
      </pc:sldChg>
      <pc:sldChg chg="delSp modSp mod">
        <pc:chgData name="Jan Cordtz" userId="b5e592fb-fc8b-4323-a97d-691438b2e2da" providerId="ADAL" clId="{4E22EDF5-2883-5D57-B9C7-04E66950367B}" dt="2026-02-06T15:01:30.542" v="410" actId="20577"/>
        <pc:sldMkLst>
          <pc:docMk/>
          <pc:sldMk cId="2231082068" sldId="2147483490"/>
        </pc:sldMkLst>
        <pc:spChg chg="mod">
          <ac:chgData name="Jan Cordtz" userId="b5e592fb-fc8b-4323-a97d-691438b2e2da" providerId="ADAL" clId="{4E22EDF5-2883-5D57-B9C7-04E66950367B}" dt="2026-02-06T15:01:30.542" v="410" actId="20577"/>
          <ac:spMkLst>
            <pc:docMk/>
            <pc:sldMk cId="2231082068" sldId="2147483490"/>
            <ac:spMk id="2" creationId="{46A586E7-4FFD-06DE-B105-5BD947D7A95D}"/>
          </ac:spMkLst>
        </pc:spChg>
        <pc:spChg chg="del">
          <ac:chgData name="Jan Cordtz" userId="b5e592fb-fc8b-4323-a97d-691438b2e2da" providerId="ADAL" clId="{4E22EDF5-2883-5D57-B9C7-04E66950367B}" dt="2026-02-06T15:00:59.223" v="396" actId="478"/>
          <ac:spMkLst>
            <pc:docMk/>
            <pc:sldMk cId="2231082068" sldId="2147483490"/>
            <ac:spMk id="3" creationId="{8E399DC5-6D0E-48B7-8BEA-9655A9D7B4CD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532065344" sldId="214748352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029413402" sldId="214748352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027418790" sldId="214748352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098800254" sldId="214748352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302183867" sldId="214748352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576385204" sldId="2147483529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074930023" sldId="214748353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132583929" sldId="2147483531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102901999" sldId="214748353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162534437" sldId="214748353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18333892" sldId="214748353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122561559" sldId="214748353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486534540" sldId="214748353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030469155" sldId="2147483537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818176110" sldId="214748353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209046751" sldId="214748354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057401030" sldId="214748354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812067806" sldId="214748354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183447959" sldId="214748354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822281442" sldId="214748354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11037855" sldId="2147483547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754188695" sldId="214748354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097596817" sldId="2147483549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601767197" sldId="214748355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39308831" sldId="2147483551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213806525" sldId="214748355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34661414" sldId="214748355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44096338" sldId="214748355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278492971" sldId="214748355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230791312" sldId="214748355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184912221" sldId="214748355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959257428" sldId="2147483559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764078377" sldId="214748356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863599148" sldId="2147483561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187545290" sldId="214748356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010059235" sldId="214748356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287738189" sldId="214748356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43116812" sldId="214748356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32236103" sldId="2147483566"/>
        </pc:sldMkLst>
      </pc:sldChg>
      <pc:sldChg chg="del">
        <pc:chgData name="Jan Cordtz" userId="b5e592fb-fc8b-4323-a97d-691438b2e2da" providerId="ADAL" clId="{4E22EDF5-2883-5D57-B9C7-04E66950367B}" dt="2026-02-06T15:34:40.337" v="1101" actId="2696"/>
        <pc:sldMkLst>
          <pc:docMk/>
          <pc:sldMk cId="2875761139" sldId="2147483567"/>
        </pc:sldMkLst>
      </pc:sldChg>
      <pc:sldChg chg="addSp delSp modSp new mod ord modClrScheme chgLayout">
        <pc:chgData name="Jan Cordtz" userId="b5e592fb-fc8b-4323-a97d-691438b2e2da" providerId="ADAL" clId="{4E22EDF5-2883-5D57-B9C7-04E66950367B}" dt="2026-02-06T15:33:37.675" v="1073" actId="20577"/>
        <pc:sldMkLst>
          <pc:docMk/>
          <pc:sldMk cId="1672970223" sldId="2147483568"/>
        </pc:sldMkLst>
        <pc:spChg chg="del mod ord">
          <ac:chgData name="Jan Cordtz" userId="b5e592fb-fc8b-4323-a97d-691438b2e2da" providerId="ADAL" clId="{4E22EDF5-2883-5D57-B9C7-04E66950367B}" dt="2026-02-06T13:24:13.991" v="31" actId="700"/>
          <ac:spMkLst>
            <pc:docMk/>
            <pc:sldMk cId="1672970223" sldId="2147483568"/>
            <ac:spMk id="2" creationId="{5706B9E6-54D3-BA8F-8C55-99808AA4124A}"/>
          </ac:spMkLst>
        </pc:spChg>
        <pc:spChg chg="add mod ord">
          <ac:chgData name="Jan Cordtz" userId="b5e592fb-fc8b-4323-a97d-691438b2e2da" providerId="ADAL" clId="{4E22EDF5-2883-5D57-B9C7-04E66950367B}" dt="2026-02-06T13:24:23.716" v="56" actId="20577"/>
          <ac:spMkLst>
            <pc:docMk/>
            <pc:sldMk cId="1672970223" sldId="2147483568"/>
            <ac:spMk id="3" creationId="{08490476-D1E5-FED9-F8E3-0F6C5D6D23F2}"/>
          </ac:spMkLst>
        </pc:spChg>
        <pc:spChg chg="add mod ord">
          <ac:chgData name="Jan Cordtz" userId="b5e592fb-fc8b-4323-a97d-691438b2e2da" providerId="ADAL" clId="{4E22EDF5-2883-5D57-B9C7-04E66950367B}" dt="2026-02-06T13:27:02.911" v="71" actId="404"/>
          <ac:spMkLst>
            <pc:docMk/>
            <pc:sldMk cId="1672970223" sldId="2147483568"/>
            <ac:spMk id="4" creationId="{1160D2E6-4FCB-19D2-5944-B1E2E76A81B3}"/>
          </ac:spMkLst>
        </pc:spChg>
        <pc:spChg chg="add mod">
          <ac:chgData name="Jan Cordtz" userId="b5e592fb-fc8b-4323-a97d-691438b2e2da" providerId="ADAL" clId="{4E22EDF5-2883-5D57-B9C7-04E66950367B}" dt="2026-02-06T15:33:37.675" v="1073" actId="20577"/>
          <ac:spMkLst>
            <pc:docMk/>
            <pc:sldMk cId="1672970223" sldId="2147483568"/>
            <ac:spMk id="5" creationId="{30E81A55-4B82-8AE5-B72D-4B70BB5AF5F9}"/>
          </ac:spMkLst>
        </pc:spChg>
      </pc:sldChg>
      <pc:sldChg chg="addSp modSp new mod modClrScheme chgLayout">
        <pc:chgData name="Jan Cordtz" userId="b5e592fb-fc8b-4323-a97d-691438b2e2da" providerId="ADAL" clId="{4E22EDF5-2883-5D57-B9C7-04E66950367B}" dt="2026-02-06T13:30:14.381" v="137" actId="6549"/>
        <pc:sldMkLst>
          <pc:docMk/>
          <pc:sldMk cId="473467640" sldId="2147483569"/>
        </pc:sldMkLst>
        <pc:spChg chg="add mod">
          <ac:chgData name="Jan Cordtz" userId="b5e592fb-fc8b-4323-a97d-691438b2e2da" providerId="ADAL" clId="{4E22EDF5-2883-5D57-B9C7-04E66950367B}" dt="2026-02-06T13:28:08.751" v="113" actId="20577"/>
          <ac:spMkLst>
            <pc:docMk/>
            <pc:sldMk cId="473467640" sldId="2147483569"/>
            <ac:spMk id="2" creationId="{BC593A83-9399-210A-1CA0-C8A87F5CF2B4}"/>
          </ac:spMkLst>
        </pc:spChg>
        <pc:spChg chg="add mod">
          <ac:chgData name="Jan Cordtz" userId="b5e592fb-fc8b-4323-a97d-691438b2e2da" providerId="ADAL" clId="{4E22EDF5-2883-5D57-B9C7-04E66950367B}" dt="2026-02-06T13:30:14.381" v="137" actId="6549"/>
          <ac:spMkLst>
            <pc:docMk/>
            <pc:sldMk cId="473467640" sldId="2147483569"/>
            <ac:spMk id="3" creationId="{419B1D58-5BB0-8FE6-1D25-AA66D17DCA62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837331255" sldId="2147483569"/>
        </pc:sldMkLst>
      </pc:sldChg>
      <pc:sldChg chg="addSp modSp new mod">
        <pc:chgData name="Jan Cordtz" userId="b5e592fb-fc8b-4323-a97d-691438b2e2da" providerId="ADAL" clId="{4E22EDF5-2883-5D57-B9C7-04E66950367B}" dt="2026-02-06T13:41:27.134" v="153" actId="1076"/>
        <pc:sldMkLst>
          <pc:docMk/>
          <pc:sldMk cId="1163761281" sldId="2147483570"/>
        </pc:sldMkLst>
        <pc:spChg chg="mod">
          <ac:chgData name="Jan Cordtz" userId="b5e592fb-fc8b-4323-a97d-691438b2e2da" providerId="ADAL" clId="{4E22EDF5-2883-5D57-B9C7-04E66950367B}" dt="2026-02-06T13:40:37.508" v="143" actId="20577"/>
          <ac:spMkLst>
            <pc:docMk/>
            <pc:sldMk cId="1163761281" sldId="2147483570"/>
            <ac:spMk id="4" creationId="{300BAC7D-62D4-C3F3-65CF-067EF962CF76}"/>
          </ac:spMkLst>
        </pc:spChg>
        <pc:spChg chg="add mod">
          <ac:chgData name="Jan Cordtz" userId="b5e592fb-fc8b-4323-a97d-691438b2e2da" providerId="ADAL" clId="{4E22EDF5-2883-5D57-B9C7-04E66950367B}" dt="2026-02-06T13:41:27.134" v="153" actId="1076"/>
          <ac:spMkLst>
            <pc:docMk/>
            <pc:sldMk cId="1163761281" sldId="2147483570"/>
            <ac:spMk id="6" creationId="{32790A3A-C701-F839-2D3D-C88AFAE80C97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645551473" sldId="2147483570"/>
        </pc:sldMkLst>
      </pc:sldChg>
      <pc:sldChg chg="addSp modSp new mod">
        <pc:chgData name="Jan Cordtz" userId="b5e592fb-fc8b-4323-a97d-691438b2e2da" providerId="ADAL" clId="{4E22EDF5-2883-5D57-B9C7-04E66950367B}" dt="2026-02-06T13:42:39.375" v="168" actId="1076"/>
        <pc:sldMkLst>
          <pc:docMk/>
          <pc:sldMk cId="984833675" sldId="2147483571"/>
        </pc:sldMkLst>
        <pc:spChg chg="mod">
          <ac:chgData name="Jan Cordtz" userId="b5e592fb-fc8b-4323-a97d-691438b2e2da" providerId="ADAL" clId="{4E22EDF5-2883-5D57-B9C7-04E66950367B}" dt="2026-02-06T13:41:51.934" v="158" actId="20577"/>
          <ac:spMkLst>
            <pc:docMk/>
            <pc:sldMk cId="984833675" sldId="2147483571"/>
            <ac:spMk id="4" creationId="{07E3A847-FAAC-B341-0E63-AC70ABF75F98}"/>
          </ac:spMkLst>
        </pc:spChg>
        <pc:spChg chg="add mod">
          <ac:chgData name="Jan Cordtz" userId="b5e592fb-fc8b-4323-a97d-691438b2e2da" providerId="ADAL" clId="{4E22EDF5-2883-5D57-B9C7-04E66950367B}" dt="2026-02-06T13:42:39.375" v="168" actId="1076"/>
          <ac:spMkLst>
            <pc:docMk/>
            <pc:sldMk cId="984833675" sldId="2147483571"/>
            <ac:spMk id="5" creationId="{8048A8A7-AFFF-78E1-109C-1B84FBA42025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236399726" sldId="2147483571"/>
        </pc:sldMkLst>
      </pc:sldChg>
      <pc:sldChg chg="addSp modSp new mod">
        <pc:chgData name="Jan Cordtz" userId="b5e592fb-fc8b-4323-a97d-691438b2e2da" providerId="ADAL" clId="{4E22EDF5-2883-5D57-B9C7-04E66950367B}" dt="2026-02-06T13:43:27.504" v="181" actId="1076"/>
        <pc:sldMkLst>
          <pc:docMk/>
          <pc:sldMk cId="490885412" sldId="2147483572"/>
        </pc:sldMkLst>
        <pc:spChg chg="mod">
          <ac:chgData name="Jan Cordtz" userId="b5e592fb-fc8b-4323-a97d-691438b2e2da" providerId="ADAL" clId="{4E22EDF5-2883-5D57-B9C7-04E66950367B}" dt="2026-02-06T13:43:06.995" v="174" actId="20577"/>
          <ac:spMkLst>
            <pc:docMk/>
            <pc:sldMk cId="490885412" sldId="2147483572"/>
            <ac:spMk id="4" creationId="{2580F0E4-5F53-E7FC-3C59-DD4B98F09B55}"/>
          </ac:spMkLst>
        </pc:spChg>
        <pc:spChg chg="add mod">
          <ac:chgData name="Jan Cordtz" userId="b5e592fb-fc8b-4323-a97d-691438b2e2da" providerId="ADAL" clId="{4E22EDF5-2883-5D57-B9C7-04E66950367B}" dt="2026-02-06T13:43:27.504" v="181" actId="1076"/>
          <ac:spMkLst>
            <pc:docMk/>
            <pc:sldMk cId="490885412" sldId="2147483572"/>
            <ac:spMk id="5" creationId="{326915CD-2907-7E2A-1156-343EA6FD81D1}"/>
          </ac:spMkLst>
        </pc:spChg>
      </pc:sldChg>
      <pc:sldChg chg="addSp modSp new mod">
        <pc:chgData name="Jan Cordtz" userId="b5e592fb-fc8b-4323-a97d-691438b2e2da" providerId="ADAL" clId="{4E22EDF5-2883-5D57-B9C7-04E66950367B}" dt="2026-02-06T13:44:10.552" v="191" actId="1076"/>
        <pc:sldMkLst>
          <pc:docMk/>
          <pc:sldMk cId="2518311603" sldId="2147483573"/>
        </pc:sldMkLst>
        <pc:spChg chg="mod">
          <ac:chgData name="Jan Cordtz" userId="b5e592fb-fc8b-4323-a97d-691438b2e2da" providerId="ADAL" clId="{4E22EDF5-2883-5D57-B9C7-04E66950367B}" dt="2026-02-06T13:43:49.722" v="187" actId="20577"/>
          <ac:spMkLst>
            <pc:docMk/>
            <pc:sldMk cId="2518311603" sldId="2147483573"/>
            <ac:spMk id="4" creationId="{73F3FAD9-1769-E5F2-99AE-63C7C68EFBC3}"/>
          </ac:spMkLst>
        </pc:spChg>
        <pc:spChg chg="add mod">
          <ac:chgData name="Jan Cordtz" userId="b5e592fb-fc8b-4323-a97d-691438b2e2da" providerId="ADAL" clId="{4E22EDF5-2883-5D57-B9C7-04E66950367B}" dt="2026-02-06T13:44:10.552" v="191" actId="1076"/>
          <ac:spMkLst>
            <pc:docMk/>
            <pc:sldMk cId="2518311603" sldId="2147483573"/>
            <ac:spMk id="5" creationId="{549927D7-A146-1635-40BC-F6B657BB7AD3}"/>
          </ac:spMkLst>
        </pc:spChg>
      </pc:sldChg>
      <pc:sldChg chg="addSp modSp new mod">
        <pc:chgData name="Jan Cordtz" userId="b5e592fb-fc8b-4323-a97d-691438b2e2da" providerId="ADAL" clId="{4E22EDF5-2883-5D57-B9C7-04E66950367B}" dt="2026-02-06T13:44:53.960" v="201" actId="12"/>
        <pc:sldMkLst>
          <pc:docMk/>
          <pc:sldMk cId="3935313423" sldId="2147483574"/>
        </pc:sldMkLst>
        <pc:spChg chg="mod">
          <ac:chgData name="Jan Cordtz" userId="b5e592fb-fc8b-4323-a97d-691438b2e2da" providerId="ADAL" clId="{4E22EDF5-2883-5D57-B9C7-04E66950367B}" dt="2026-02-06T13:44:40.729" v="197" actId="20577"/>
          <ac:spMkLst>
            <pc:docMk/>
            <pc:sldMk cId="3935313423" sldId="2147483574"/>
            <ac:spMk id="4" creationId="{3FCC60DD-A43D-3ED9-53B9-8B496D5E3CBD}"/>
          </ac:spMkLst>
        </pc:spChg>
        <pc:spChg chg="add mod">
          <ac:chgData name="Jan Cordtz" userId="b5e592fb-fc8b-4323-a97d-691438b2e2da" providerId="ADAL" clId="{4E22EDF5-2883-5D57-B9C7-04E66950367B}" dt="2026-02-06T13:44:53.960" v="201" actId="12"/>
          <ac:spMkLst>
            <pc:docMk/>
            <pc:sldMk cId="3935313423" sldId="2147483574"/>
            <ac:spMk id="5" creationId="{63CF3BDD-6C7E-B72E-A189-C5877871AEF3}"/>
          </ac:spMkLst>
        </pc:spChg>
      </pc:sldChg>
      <pc:sldChg chg="addSp modSp new mod">
        <pc:chgData name="Jan Cordtz" userId="b5e592fb-fc8b-4323-a97d-691438b2e2da" providerId="ADAL" clId="{4E22EDF5-2883-5D57-B9C7-04E66950367B}" dt="2026-02-06T13:45:34.250" v="211" actId="14100"/>
        <pc:sldMkLst>
          <pc:docMk/>
          <pc:sldMk cId="3626681911" sldId="2147483575"/>
        </pc:sldMkLst>
        <pc:spChg chg="mod">
          <ac:chgData name="Jan Cordtz" userId="b5e592fb-fc8b-4323-a97d-691438b2e2da" providerId="ADAL" clId="{4E22EDF5-2883-5D57-B9C7-04E66950367B}" dt="2026-02-06T13:45:18.975" v="207" actId="20577"/>
          <ac:spMkLst>
            <pc:docMk/>
            <pc:sldMk cId="3626681911" sldId="2147483575"/>
            <ac:spMk id="4" creationId="{071C12A0-804C-088B-3718-1F07D77B4406}"/>
          </ac:spMkLst>
        </pc:spChg>
        <pc:spChg chg="add mod">
          <ac:chgData name="Jan Cordtz" userId="b5e592fb-fc8b-4323-a97d-691438b2e2da" providerId="ADAL" clId="{4E22EDF5-2883-5D57-B9C7-04E66950367B}" dt="2026-02-06T13:45:34.250" v="211" actId="14100"/>
          <ac:spMkLst>
            <pc:docMk/>
            <pc:sldMk cId="3626681911" sldId="2147483575"/>
            <ac:spMk id="5" creationId="{AF57720F-9167-546C-F2FE-37E8D2937BAD}"/>
          </ac:spMkLst>
        </pc:spChg>
      </pc:sldChg>
      <pc:sldChg chg="addSp modSp new mod">
        <pc:chgData name="Jan Cordtz" userId="b5e592fb-fc8b-4323-a97d-691438b2e2da" providerId="ADAL" clId="{4E22EDF5-2883-5D57-B9C7-04E66950367B}" dt="2026-02-06T13:46:38.438" v="223" actId="20577"/>
        <pc:sldMkLst>
          <pc:docMk/>
          <pc:sldMk cId="574119929" sldId="2147483576"/>
        </pc:sldMkLst>
        <pc:spChg chg="mod">
          <ac:chgData name="Jan Cordtz" userId="b5e592fb-fc8b-4323-a97d-691438b2e2da" providerId="ADAL" clId="{4E22EDF5-2883-5D57-B9C7-04E66950367B}" dt="2026-02-06T13:46:06.623" v="217" actId="20577"/>
          <ac:spMkLst>
            <pc:docMk/>
            <pc:sldMk cId="574119929" sldId="2147483576"/>
            <ac:spMk id="4" creationId="{85A4848E-375C-0910-95EA-FE243667B140}"/>
          </ac:spMkLst>
        </pc:spChg>
        <pc:spChg chg="add mod">
          <ac:chgData name="Jan Cordtz" userId="b5e592fb-fc8b-4323-a97d-691438b2e2da" providerId="ADAL" clId="{4E22EDF5-2883-5D57-B9C7-04E66950367B}" dt="2026-02-06T13:46:38.438" v="223" actId="20577"/>
          <ac:spMkLst>
            <pc:docMk/>
            <pc:sldMk cId="574119929" sldId="2147483576"/>
            <ac:spMk id="5" creationId="{3549C8AA-F4E2-0919-52A0-8423324A800A}"/>
          </ac:spMkLst>
        </pc:spChg>
      </pc:sldChg>
      <pc:sldChg chg="addSp modSp new mod">
        <pc:chgData name="Jan Cordtz" userId="b5e592fb-fc8b-4323-a97d-691438b2e2da" providerId="ADAL" clId="{4E22EDF5-2883-5D57-B9C7-04E66950367B}" dt="2026-02-06T13:51:38.323" v="261" actId="1076"/>
        <pc:sldMkLst>
          <pc:docMk/>
          <pc:sldMk cId="3728427726" sldId="2147483577"/>
        </pc:sldMkLst>
        <pc:spChg chg="mod">
          <ac:chgData name="Jan Cordtz" userId="b5e592fb-fc8b-4323-a97d-691438b2e2da" providerId="ADAL" clId="{4E22EDF5-2883-5D57-B9C7-04E66950367B}" dt="2026-02-06T13:49:05.586" v="239" actId="20577"/>
          <ac:spMkLst>
            <pc:docMk/>
            <pc:sldMk cId="3728427726" sldId="2147483577"/>
            <ac:spMk id="4" creationId="{A9B26E6D-50EB-A774-6BF4-DB2F5B96C7A5}"/>
          </ac:spMkLst>
        </pc:spChg>
        <pc:spChg chg="add mod">
          <ac:chgData name="Jan Cordtz" userId="b5e592fb-fc8b-4323-a97d-691438b2e2da" providerId="ADAL" clId="{4E22EDF5-2883-5D57-B9C7-04E66950367B}" dt="2026-02-06T13:49:36.672" v="248" actId="1076"/>
          <ac:spMkLst>
            <pc:docMk/>
            <pc:sldMk cId="3728427726" sldId="2147483577"/>
            <ac:spMk id="5" creationId="{F6481438-5FDA-521E-C5A6-E604B7D1D6E0}"/>
          </ac:spMkLst>
        </pc:spChg>
        <pc:graphicFrameChg chg="add mod modGraphic">
          <ac:chgData name="Jan Cordtz" userId="b5e592fb-fc8b-4323-a97d-691438b2e2da" providerId="ADAL" clId="{4E22EDF5-2883-5D57-B9C7-04E66950367B}" dt="2026-02-06T13:51:38.323" v="261" actId="1076"/>
          <ac:graphicFrameMkLst>
            <pc:docMk/>
            <pc:sldMk cId="3728427726" sldId="2147483577"/>
            <ac:graphicFrameMk id="6" creationId="{2E55737A-B9D2-7A61-E2D3-C945901A8AA9}"/>
          </ac:graphicFrameMkLst>
        </pc:graphicFrameChg>
      </pc:sldChg>
      <pc:sldChg chg="addSp delSp modSp new mod">
        <pc:chgData name="Jan Cordtz" userId="b5e592fb-fc8b-4323-a97d-691438b2e2da" providerId="ADAL" clId="{4E22EDF5-2883-5D57-B9C7-04E66950367B}" dt="2026-02-06T14:30:44.874" v="395" actId="478"/>
        <pc:sldMkLst>
          <pc:docMk/>
          <pc:sldMk cId="390895460" sldId="2147483578"/>
        </pc:sldMkLst>
        <pc:spChg chg="del">
          <ac:chgData name="Jan Cordtz" userId="b5e592fb-fc8b-4323-a97d-691438b2e2da" providerId="ADAL" clId="{4E22EDF5-2883-5D57-B9C7-04E66950367B}" dt="2026-02-06T14:30:44.874" v="395" actId="478"/>
          <ac:spMkLst>
            <pc:docMk/>
            <pc:sldMk cId="390895460" sldId="2147483578"/>
            <ac:spMk id="2" creationId="{EA71F014-117C-C91F-4BCD-1DC32BDA1342}"/>
          </ac:spMkLst>
        </pc:spChg>
        <pc:spChg chg="del">
          <ac:chgData name="Jan Cordtz" userId="b5e592fb-fc8b-4323-a97d-691438b2e2da" providerId="ADAL" clId="{4E22EDF5-2883-5D57-B9C7-04E66950367B}" dt="2026-02-06T14:30:42.993" v="394" actId="478"/>
          <ac:spMkLst>
            <pc:docMk/>
            <pc:sldMk cId="390895460" sldId="2147483578"/>
            <ac:spMk id="3" creationId="{91B088E1-E7AF-7A04-CD43-31985DD20052}"/>
          </ac:spMkLst>
        </pc:spChg>
        <pc:spChg chg="mod">
          <ac:chgData name="Jan Cordtz" userId="b5e592fb-fc8b-4323-a97d-691438b2e2da" providerId="ADAL" clId="{4E22EDF5-2883-5D57-B9C7-04E66950367B}" dt="2026-02-06T13:52:15.611" v="268" actId="20577"/>
          <ac:spMkLst>
            <pc:docMk/>
            <pc:sldMk cId="390895460" sldId="2147483578"/>
            <ac:spMk id="4" creationId="{0816727A-BF15-C7A6-9F1E-3DAFF7063D84}"/>
          </ac:spMkLst>
        </pc:spChg>
        <pc:spChg chg="add mod">
          <ac:chgData name="Jan Cordtz" userId="b5e592fb-fc8b-4323-a97d-691438b2e2da" providerId="ADAL" clId="{4E22EDF5-2883-5D57-B9C7-04E66950367B}" dt="2026-02-06T13:53:05.987" v="278" actId="1076"/>
          <ac:spMkLst>
            <pc:docMk/>
            <pc:sldMk cId="390895460" sldId="2147483578"/>
            <ac:spMk id="5" creationId="{30A743E6-BDAE-6F90-A6AB-3E617B5BD9AE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39.992" v="393" actId="478"/>
        <pc:sldMkLst>
          <pc:docMk/>
          <pc:sldMk cId="1465966057" sldId="2147483579"/>
        </pc:sldMkLst>
        <pc:spChg chg="del">
          <ac:chgData name="Jan Cordtz" userId="b5e592fb-fc8b-4323-a97d-691438b2e2da" providerId="ADAL" clId="{4E22EDF5-2883-5D57-B9C7-04E66950367B}" dt="2026-02-06T14:30:39.992" v="393" actId="478"/>
          <ac:spMkLst>
            <pc:docMk/>
            <pc:sldMk cId="1465966057" sldId="2147483579"/>
            <ac:spMk id="2" creationId="{D5BB75CF-E0EA-2CCA-1C1F-5A70CC5C28CF}"/>
          </ac:spMkLst>
        </pc:spChg>
        <pc:spChg chg="del">
          <ac:chgData name="Jan Cordtz" userId="b5e592fb-fc8b-4323-a97d-691438b2e2da" providerId="ADAL" clId="{4E22EDF5-2883-5D57-B9C7-04E66950367B}" dt="2026-02-06T14:30:39.992" v="393" actId="478"/>
          <ac:spMkLst>
            <pc:docMk/>
            <pc:sldMk cId="1465966057" sldId="2147483579"/>
            <ac:spMk id="3" creationId="{04FE3805-DD79-A44D-2FD7-4F07C719994D}"/>
          </ac:spMkLst>
        </pc:spChg>
        <pc:spChg chg="mod">
          <ac:chgData name="Jan Cordtz" userId="b5e592fb-fc8b-4323-a97d-691438b2e2da" providerId="ADAL" clId="{4E22EDF5-2883-5D57-B9C7-04E66950367B}" dt="2026-02-06T13:54:40.980" v="307" actId="20577"/>
          <ac:spMkLst>
            <pc:docMk/>
            <pc:sldMk cId="1465966057" sldId="2147483579"/>
            <ac:spMk id="4" creationId="{863F4AB6-18C8-4BAB-B176-0E826E11866B}"/>
          </ac:spMkLst>
        </pc:spChg>
        <pc:spChg chg="add mod">
          <ac:chgData name="Jan Cordtz" userId="b5e592fb-fc8b-4323-a97d-691438b2e2da" providerId="ADAL" clId="{4E22EDF5-2883-5D57-B9C7-04E66950367B}" dt="2026-02-06T13:53:50.424" v="294" actId="20577"/>
          <ac:spMkLst>
            <pc:docMk/>
            <pc:sldMk cId="1465966057" sldId="2147483579"/>
            <ac:spMk id="5" creationId="{189DF4C6-89FB-62E2-8F31-FBEDA8E42B89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36.763" v="392" actId="478"/>
        <pc:sldMkLst>
          <pc:docMk/>
          <pc:sldMk cId="3526806215" sldId="2147483580"/>
        </pc:sldMkLst>
        <pc:spChg chg="del">
          <ac:chgData name="Jan Cordtz" userId="b5e592fb-fc8b-4323-a97d-691438b2e2da" providerId="ADAL" clId="{4E22EDF5-2883-5D57-B9C7-04E66950367B}" dt="2026-02-06T14:30:36.763" v="392" actId="478"/>
          <ac:spMkLst>
            <pc:docMk/>
            <pc:sldMk cId="3526806215" sldId="2147483580"/>
            <ac:spMk id="2" creationId="{D827CAB6-AADB-ADB6-F4B7-0B4AD702F8FD}"/>
          </ac:spMkLst>
        </pc:spChg>
        <pc:spChg chg="del">
          <ac:chgData name="Jan Cordtz" userId="b5e592fb-fc8b-4323-a97d-691438b2e2da" providerId="ADAL" clId="{4E22EDF5-2883-5D57-B9C7-04E66950367B}" dt="2026-02-06T14:30:34.404" v="391" actId="478"/>
          <ac:spMkLst>
            <pc:docMk/>
            <pc:sldMk cId="3526806215" sldId="2147483580"/>
            <ac:spMk id="3" creationId="{CA7CE7C9-6A79-1843-CA11-F44D6F710ABA}"/>
          </ac:spMkLst>
        </pc:spChg>
        <pc:spChg chg="mod">
          <ac:chgData name="Jan Cordtz" userId="b5e592fb-fc8b-4323-a97d-691438b2e2da" providerId="ADAL" clId="{4E22EDF5-2883-5D57-B9C7-04E66950367B}" dt="2026-02-06T13:54:14.662" v="300" actId="20577"/>
          <ac:spMkLst>
            <pc:docMk/>
            <pc:sldMk cId="3526806215" sldId="2147483580"/>
            <ac:spMk id="4" creationId="{62EE70D6-4619-CF00-98E0-296D77201A32}"/>
          </ac:spMkLst>
        </pc:spChg>
        <pc:spChg chg="add mod">
          <ac:chgData name="Jan Cordtz" userId="b5e592fb-fc8b-4323-a97d-691438b2e2da" providerId="ADAL" clId="{4E22EDF5-2883-5D57-B9C7-04E66950367B}" dt="2026-02-06T13:54:47.429" v="308" actId="1076"/>
          <ac:spMkLst>
            <pc:docMk/>
            <pc:sldMk cId="3526806215" sldId="2147483580"/>
            <ac:spMk id="5" creationId="{AFB71CDF-3E21-F4A1-E0DD-C84F5EFE0A51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30.577" v="390" actId="478"/>
        <pc:sldMkLst>
          <pc:docMk/>
          <pc:sldMk cId="2416198813" sldId="2147483581"/>
        </pc:sldMkLst>
        <pc:spChg chg="del">
          <ac:chgData name="Jan Cordtz" userId="b5e592fb-fc8b-4323-a97d-691438b2e2da" providerId="ADAL" clId="{4E22EDF5-2883-5D57-B9C7-04E66950367B}" dt="2026-02-06T14:30:30.577" v="390" actId="478"/>
          <ac:spMkLst>
            <pc:docMk/>
            <pc:sldMk cId="2416198813" sldId="2147483581"/>
            <ac:spMk id="2" creationId="{BE0DBCEE-330A-2018-0D4E-02CE2D223C30}"/>
          </ac:spMkLst>
        </pc:spChg>
        <pc:spChg chg="del">
          <ac:chgData name="Jan Cordtz" userId="b5e592fb-fc8b-4323-a97d-691438b2e2da" providerId="ADAL" clId="{4E22EDF5-2883-5D57-B9C7-04E66950367B}" dt="2026-02-06T14:30:30.577" v="390" actId="478"/>
          <ac:spMkLst>
            <pc:docMk/>
            <pc:sldMk cId="2416198813" sldId="2147483581"/>
            <ac:spMk id="3" creationId="{FA36A3F0-9769-D8BE-1ADF-6C1655321F87}"/>
          </ac:spMkLst>
        </pc:spChg>
        <pc:spChg chg="mod">
          <ac:chgData name="Jan Cordtz" userId="b5e592fb-fc8b-4323-a97d-691438b2e2da" providerId="ADAL" clId="{4E22EDF5-2883-5D57-B9C7-04E66950367B}" dt="2026-02-06T13:55:15.820" v="314" actId="20577"/>
          <ac:spMkLst>
            <pc:docMk/>
            <pc:sldMk cId="2416198813" sldId="2147483581"/>
            <ac:spMk id="4" creationId="{4C0014F5-36EB-4E57-04A0-3C3D99B4AD82}"/>
          </ac:spMkLst>
        </pc:spChg>
        <pc:spChg chg="add mod">
          <ac:chgData name="Jan Cordtz" userId="b5e592fb-fc8b-4323-a97d-691438b2e2da" providerId="ADAL" clId="{4E22EDF5-2883-5D57-B9C7-04E66950367B}" dt="2026-02-06T14:24:55.128" v="321" actId="20577"/>
          <ac:spMkLst>
            <pc:docMk/>
            <pc:sldMk cId="2416198813" sldId="2147483581"/>
            <ac:spMk id="5" creationId="{93C5F6A6-442F-2B43-F0CC-C100D4D7940D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20.517" v="389" actId="478"/>
        <pc:sldMkLst>
          <pc:docMk/>
          <pc:sldMk cId="639120964" sldId="2147483582"/>
        </pc:sldMkLst>
        <pc:spChg chg="del">
          <ac:chgData name="Jan Cordtz" userId="b5e592fb-fc8b-4323-a97d-691438b2e2da" providerId="ADAL" clId="{4E22EDF5-2883-5D57-B9C7-04E66950367B}" dt="2026-02-06T14:30:20.517" v="389" actId="478"/>
          <ac:spMkLst>
            <pc:docMk/>
            <pc:sldMk cId="639120964" sldId="2147483582"/>
            <ac:spMk id="2" creationId="{A12411E4-A383-2DC2-0281-3315FF857EC0}"/>
          </ac:spMkLst>
        </pc:spChg>
        <pc:spChg chg="del">
          <ac:chgData name="Jan Cordtz" userId="b5e592fb-fc8b-4323-a97d-691438b2e2da" providerId="ADAL" clId="{4E22EDF5-2883-5D57-B9C7-04E66950367B}" dt="2026-02-06T14:30:20.517" v="389" actId="478"/>
          <ac:spMkLst>
            <pc:docMk/>
            <pc:sldMk cId="639120964" sldId="2147483582"/>
            <ac:spMk id="3" creationId="{16B37416-3E49-CA42-1B09-C603B11B0700}"/>
          </ac:spMkLst>
        </pc:spChg>
        <pc:spChg chg="mod">
          <ac:chgData name="Jan Cordtz" userId="b5e592fb-fc8b-4323-a97d-691438b2e2da" providerId="ADAL" clId="{4E22EDF5-2883-5D57-B9C7-04E66950367B}" dt="2026-02-06T14:25:18.719" v="327" actId="20577"/>
          <ac:spMkLst>
            <pc:docMk/>
            <pc:sldMk cId="639120964" sldId="2147483582"/>
            <ac:spMk id="4" creationId="{DA770243-B772-3411-9305-DEBAB4BD6472}"/>
          </ac:spMkLst>
        </pc:spChg>
        <pc:spChg chg="add mod">
          <ac:chgData name="Jan Cordtz" userId="b5e592fb-fc8b-4323-a97d-691438b2e2da" providerId="ADAL" clId="{4E22EDF5-2883-5D57-B9C7-04E66950367B}" dt="2026-02-06T14:25:29.527" v="330" actId="12"/>
          <ac:spMkLst>
            <pc:docMk/>
            <pc:sldMk cId="639120964" sldId="2147483582"/>
            <ac:spMk id="5" creationId="{AA587FA0-8ABC-4980-2494-1841F3A547DB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17.336" v="388" actId="478"/>
        <pc:sldMkLst>
          <pc:docMk/>
          <pc:sldMk cId="2875566700" sldId="2147483583"/>
        </pc:sldMkLst>
        <pc:spChg chg="del">
          <ac:chgData name="Jan Cordtz" userId="b5e592fb-fc8b-4323-a97d-691438b2e2da" providerId="ADAL" clId="{4E22EDF5-2883-5D57-B9C7-04E66950367B}" dt="2026-02-06T14:30:17.336" v="388" actId="478"/>
          <ac:spMkLst>
            <pc:docMk/>
            <pc:sldMk cId="2875566700" sldId="2147483583"/>
            <ac:spMk id="2" creationId="{5A50E199-D0C2-2D26-995B-CBE56232CA6B}"/>
          </ac:spMkLst>
        </pc:spChg>
        <pc:spChg chg="del">
          <ac:chgData name="Jan Cordtz" userId="b5e592fb-fc8b-4323-a97d-691438b2e2da" providerId="ADAL" clId="{4E22EDF5-2883-5D57-B9C7-04E66950367B}" dt="2026-02-06T14:30:14.029" v="387" actId="478"/>
          <ac:spMkLst>
            <pc:docMk/>
            <pc:sldMk cId="2875566700" sldId="2147483583"/>
            <ac:spMk id="3" creationId="{2E34DE15-4C0D-D89C-375D-D4231E02131B}"/>
          </ac:spMkLst>
        </pc:spChg>
        <pc:spChg chg="mod">
          <ac:chgData name="Jan Cordtz" userId="b5e592fb-fc8b-4323-a97d-691438b2e2da" providerId="ADAL" clId="{4E22EDF5-2883-5D57-B9C7-04E66950367B}" dt="2026-02-06T14:25:53.769" v="336" actId="20577"/>
          <ac:spMkLst>
            <pc:docMk/>
            <pc:sldMk cId="2875566700" sldId="2147483583"/>
            <ac:spMk id="4" creationId="{019C384A-0F6B-C420-7D97-7DD9E099926B}"/>
          </ac:spMkLst>
        </pc:spChg>
        <pc:spChg chg="add mod">
          <ac:chgData name="Jan Cordtz" userId="b5e592fb-fc8b-4323-a97d-691438b2e2da" providerId="ADAL" clId="{4E22EDF5-2883-5D57-B9C7-04E66950367B}" dt="2026-02-06T14:26:08.976" v="342" actId="12"/>
          <ac:spMkLst>
            <pc:docMk/>
            <pc:sldMk cId="2875566700" sldId="2147483583"/>
            <ac:spMk id="5" creationId="{462AB421-96C0-9F47-0EFB-A6B6E18087E5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11.630" v="386" actId="478"/>
        <pc:sldMkLst>
          <pc:docMk/>
          <pc:sldMk cId="1017308754" sldId="2147483584"/>
        </pc:sldMkLst>
        <pc:spChg chg="del">
          <ac:chgData name="Jan Cordtz" userId="b5e592fb-fc8b-4323-a97d-691438b2e2da" providerId="ADAL" clId="{4E22EDF5-2883-5D57-B9C7-04E66950367B}" dt="2026-02-06T14:30:11.630" v="386" actId="478"/>
          <ac:spMkLst>
            <pc:docMk/>
            <pc:sldMk cId="1017308754" sldId="2147483584"/>
            <ac:spMk id="2" creationId="{051ADB5A-EF95-EBB4-DCE1-B3847B599DCC}"/>
          </ac:spMkLst>
        </pc:spChg>
        <pc:spChg chg="del">
          <ac:chgData name="Jan Cordtz" userId="b5e592fb-fc8b-4323-a97d-691438b2e2da" providerId="ADAL" clId="{4E22EDF5-2883-5D57-B9C7-04E66950367B}" dt="2026-02-06T14:30:11.630" v="386" actId="478"/>
          <ac:spMkLst>
            <pc:docMk/>
            <pc:sldMk cId="1017308754" sldId="2147483584"/>
            <ac:spMk id="3" creationId="{A02C81F2-2AB2-5C15-9029-492A48D61594}"/>
          </ac:spMkLst>
        </pc:spChg>
        <pc:spChg chg="mod">
          <ac:chgData name="Jan Cordtz" userId="b5e592fb-fc8b-4323-a97d-691438b2e2da" providerId="ADAL" clId="{4E22EDF5-2883-5D57-B9C7-04E66950367B}" dt="2026-02-06T14:26:46.375" v="348" actId="20577"/>
          <ac:spMkLst>
            <pc:docMk/>
            <pc:sldMk cId="1017308754" sldId="2147483584"/>
            <ac:spMk id="4" creationId="{D22ACFD7-95B2-D3AE-C08C-420A884C91A8}"/>
          </ac:spMkLst>
        </pc:spChg>
        <pc:spChg chg="add mod">
          <ac:chgData name="Jan Cordtz" userId="b5e592fb-fc8b-4323-a97d-691438b2e2da" providerId="ADAL" clId="{4E22EDF5-2883-5D57-B9C7-04E66950367B}" dt="2026-02-06T14:27:10.160" v="353" actId="1076"/>
          <ac:spMkLst>
            <pc:docMk/>
            <pc:sldMk cId="1017308754" sldId="2147483584"/>
            <ac:spMk id="5" creationId="{3DD5E30E-F719-D8C9-998A-546747D5FB48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06.690" v="385" actId="478"/>
        <pc:sldMkLst>
          <pc:docMk/>
          <pc:sldMk cId="320557164" sldId="2147483585"/>
        </pc:sldMkLst>
        <pc:spChg chg="del">
          <ac:chgData name="Jan Cordtz" userId="b5e592fb-fc8b-4323-a97d-691438b2e2da" providerId="ADAL" clId="{4E22EDF5-2883-5D57-B9C7-04E66950367B}" dt="2026-02-06T14:30:06.690" v="385" actId="478"/>
          <ac:spMkLst>
            <pc:docMk/>
            <pc:sldMk cId="320557164" sldId="2147483585"/>
            <ac:spMk id="2" creationId="{43AE8EE0-C6AC-C083-CF70-39287DCFF5A0}"/>
          </ac:spMkLst>
        </pc:spChg>
        <pc:spChg chg="del">
          <ac:chgData name="Jan Cordtz" userId="b5e592fb-fc8b-4323-a97d-691438b2e2da" providerId="ADAL" clId="{4E22EDF5-2883-5D57-B9C7-04E66950367B}" dt="2026-02-06T14:30:06.690" v="385" actId="478"/>
          <ac:spMkLst>
            <pc:docMk/>
            <pc:sldMk cId="320557164" sldId="2147483585"/>
            <ac:spMk id="3" creationId="{9BF42107-AEC5-6762-D653-B817DD8C398B}"/>
          </ac:spMkLst>
        </pc:spChg>
        <pc:spChg chg="mod">
          <ac:chgData name="Jan Cordtz" userId="b5e592fb-fc8b-4323-a97d-691438b2e2da" providerId="ADAL" clId="{4E22EDF5-2883-5D57-B9C7-04E66950367B}" dt="2026-02-06T14:27:46.210" v="360" actId="14100"/>
          <ac:spMkLst>
            <pc:docMk/>
            <pc:sldMk cId="320557164" sldId="2147483585"/>
            <ac:spMk id="4" creationId="{677E0450-45EA-7E1B-F1D0-BE37418A8710}"/>
          </ac:spMkLst>
        </pc:spChg>
        <pc:spChg chg="add mod">
          <ac:chgData name="Jan Cordtz" userId="b5e592fb-fc8b-4323-a97d-691438b2e2da" providerId="ADAL" clId="{4E22EDF5-2883-5D57-B9C7-04E66950367B}" dt="2026-02-06T14:28:12.499" v="367" actId="20577"/>
          <ac:spMkLst>
            <pc:docMk/>
            <pc:sldMk cId="320557164" sldId="2147483585"/>
            <ac:spMk id="5" creationId="{01392636-2C95-B2E7-7D29-E13A3312C3B7}"/>
          </ac:spMkLst>
        </pc:spChg>
      </pc:sldChg>
      <pc:sldChg chg="addSp delSp modSp new mod">
        <pc:chgData name="Jan Cordtz" userId="b5e592fb-fc8b-4323-a97d-691438b2e2da" providerId="ADAL" clId="{4E22EDF5-2883-5D57-B9C7-04E66950367B}" dt="2026-02-06T14:30:04.236" v="384" actId="478"/>
        <pc:sldMkLst>
          <pc:docMk/>
          <pc:sldMk cId="2993974711" sldId="2147483586"/>
        </pc:sldMkLst>
        <pc:spChg chg="del">
          <ac:chgData name="Jan Cordtz" userId="b5e592fb-fc8b-4323-a97d-691438b2e2da" providerId="ADAL" clId="{4E22EDF5-2883-5D57-B9C7-04E66950367B}" dt="2026-02-06T14:30:04.236" v="384" actId="478"/>
          <ac:spMkLst>
            <pc:docMk/>
            <pc:sldMk cId="2993974711" sldId="2147483586"/>
            <ac:spMk id="2" creationId="{F8CB7D00-B03F-CBC7-21E0-376593A92442}"/>
          </ac:spMkLst>
        </pc:spChg>
        <pc:spChg chg="del mod">
          <ac:chgData name="Jan Cordtz" userId="b5e592fb-fc8b-4323-a97d-691438b2e2da" providerId="ADAL" clId="{4E22EDF5-2883-5D57-B9C7-04E66950367B}" dt="2026-02-06T14:30:02.289" v="383" actId="478"/>
          <ac:spMkLst>
            <pc:docMk/>
            <pc:sldMk cId="2993974711" sldId="2147483586"/>
            <ac:spMk id="3" creationId="{23851552-C601-7A90-58BD-2869E3262EB5}"/>
          </ac:spMkLst>
        </pc:spChg>
        <pc:spChg chg="mod">
          <ac:chgData name="Jan Cordtz" userId="b5e592fb-fc8b-4323-a97d-691438b2e2da" providerId="ADAL" clId="{4E22EDF5-2883-5D57-B9C7-04E66950367B}" dt="2026-02-06T14:28:39.284" v="373" actId="20577"/>
          <ac:spMkLst>
            <pc:docMk/>
            <pc:sldMk cId="2993974711" sldId="2147483586"/>
            <ac:spMk id="4" creationId="{BDC4E53E-E57B-6F83-8EBA-D3C27C4E017B}"/>
          </ac:spMkLst>
        </pc:spChg>
        <pc:spChg chg="add mod">
          <ac:chgData name="Jan Cordtz" userId="b5e592fb-fc8b-4323-a97d-691438b2e2da" providerId="ADAL" clId="{4E22EDF5-2883-5D57-B9C7-04E66950367B}" dt="2026-02-06T14:28:51.286" v="377" actId="20577"/>
          <ac:spMkLst>
            <pc:docMk/>
            <pc:sldMk cId="2993974711" sldId="2147483586"/>
            <ac:spMk id="5" creationId="{8452F7BA-9126-CD7D-5D09-4891FFFEDA14}"/>
          </ac:spMkLst>
        </pc:spChg>
      </pc:sldChg>
      <pc:sldChg chg="modSp add mod">
        <pc:chgData name="Jan Cordtz" userId="b5e592fb-fc8b-4323-a97d-691438b2e2da" providerId="ADAL" clId="{4E22EDF5-2883-5D57-B9C7-04E66950367B}" dt="2026-02-06T15:01:49.447" v="424" actId="20577"/>
        <pc:sldMkLst>
          <pc:docMk/>
          <pc:sldMk cId="1767629605" sldId="2147483587"/>
        </pc:sldMkLst>
        <pc:spChg chg="mod">
          <ac:chgData name="Jan Cordtz" userId="b5e592fb-fc8b-4323-a97d-691438b2e2da" providerId="ADAL" clId="{4E22EDF5-2883-5D57-B9C7-04E66950367B}" dt="2026-02-06T15:01:49.447" v="424" actId="20577"/>
          <ac:spMkLst>
            <pc:docMk/>
            <pc:sldMk cId="1767629605" sldId="2147483587"/>
            <ac:spMk id="2" creationId="{0F15D5D5-0172-A7BA-47CB-63CCAA35C559}"/>
          </ac:spMkLst>
        </pc:spChg>
      </pc:sldChg>
      <pc:sldChg chg="modSp add mod">
        <pc:chgData name="Jan Cordtz" userId="b5e592fb-fc8b-4323-a97d-691438b2e2da" providerId="ADAL" clId="{4E22EDF5-2883-5D57-B9C7-04E66950367B}" dt="2026-02-06T15:02:03.493" v="434" actId="20577"/>
        <pc:sldMkLst>
          <pc:docMk/>
          <pc:sldMk cId="3431725204" sldId="2147483588"/>
        </pc:sldMkLst>
        <pc:spChg chg="mod">
          <ac:chgData name="Jan Cordtz" userId="b5e592fb-fc8b-4323-a97d-691438b2e2da" providerId="ADAL" clId="{4E22EDF5-2883-5D57-B9C7-04E66950367B}" dt="2026-02-06T15:02:03.493" v="434" actId="20577"/>
          <ac:spMkLst>
            <pc:docMk/>
            <pc:sldMk cId="3431725204" sldId="2147483588"/>
            <ac:spMk id="2" creationId="{B79079A9-8C52-D773-57BC-42DF6AB4716F}"/>
          </ac:spMkLst>
        </pc:spChg>
      </pc:sldChg>
      <pc:sldChg chg="addSp delSp modSp new mod modClrScheme chgLayout">
        <pc:chgData name="Jan Cordtz" userId="b5e592fb-fc8b-4323-a97d-691438b2e2da" providerId="ADAL" clId="{4E22EDF5-2883-5D57-B9C7-04E66950367B}" dt="2026-02-06T15:07:22.844" v="526" actId="20577"/>
        <pc:sldMkLst>
          <pc:docMk/>
          <pc:sldMk cId="3435770346" sldId="2147483589"/>
        </pc:sldMkLst>
        <pc:spChg chg="del">
          <ac:chgData name="Jan Cordtz" userId="b5e592fb-fc8b-4323-a97d-691438b2e2da" providerId="ADAL" clId="{4E22EDF5-2883-5D57-B9C7-04E66950367B}" dt="2026-02-06T15:04:23.824" v="436" actId="700"/>
          <ac:spMkLst>
            <pc:docMk/>
            <pc:sldMk cId="3435770346" sldId="2147483589"/>
            <ac:spMk id="2" creationId="{98DF15A4-2CC7-B4D4-4AF4-F0E605A20234}"/>
          </ac:spMkLst>
        </pc:spChg>
        <pc:spChg chg="add mod">
          <ac:chgData name="Jan Cordtz" userId="b5e592fb-fc8b-4323-a97d-691438b2e2da" providerId="ADAL" clId="{4E22EDF5-2883-5D57-B9C7-04E66950367B}" dt="2026-02-06T15:04:37.248" v="470" actId="20577"/>
          <ac:spMkLst>
            <pc:docMk/>
            <pc:sldMk cId="3435770346" sldId="2147483589"/>
            <ac:spMk id="3" creationId="{F21E9F31-810D-6BE9-CE96-F7B97BE14545}"/>
          </ac:spMkLst>
        </pc:spChg>
        <pc:spChg chg="add del mod">
          <ac:chgData name="Jan Cordtz" userId="b5e592fb-fc8b-4323-a97d-691438b2e2da" providerId="ADAL" clId="{4E22EDF5-2883-5D57-B9C7-04E66950367B}" dt="2026-02-06T15:04:44.424" v="474"/>
          <ac:spMkLst>
            <pc:docMk/>
            <pc:sldMk cId="3435770346" sldId="2147483589"/>
            <ac:spMk id="4" creationId="{31150465-4393-E484-B38E-B184842AB9D5}"/>
          </ac:spMkLst>
        </pc:spChg>
        <pc:spChg chg="add mod">
          <ac:chgData name="Jan Cordtz" userId="b5e592fb-fc8b-4323-a97d-691438b2e2da" providerId="ADAL" clId="{4E22EDF5-2883-5D57-B9C7-04E66950367B}" dt="2026-02-06T15:07:22.844" v="526" actId="20577"/>
          <ac:spMkLst>
            <pc:docMk/>
            <pc:sldMk cId="3435770346" sldId="2147483589"/>
            <ac:spMk id="6" creationId="{9A0866E9-96E7-18BD-AA3C-CD15FAB5DFB6}"/>
          </ac:spMkLst>
        </pc:spChg>
        <pc:graphicFrameChg chg="add mod modGraphic">
          <ac:chgData name="Jan Cordtz" userId="b5e592fb-fc8b-4323-a97d-691438b2e2da" providerId="ADAL" clId="{4E22EDF5-2883-5D57-B9C7-04E66950367B}" dt="2026-02-06T15:05:49.302" v="488" actId="12385"/>
          <ac:graphicFrameMkLst>
            <pc:docMk/>
            <pc:sldMk cId="3435770346" sldId="2147483589"/>
            <ac:graphicFrameMk id="5" creationId="{F1C3BB9E-B1DD-7306-2F92-07F919DF45EF}"/>
          </ac:graphicFrameMkLst>
        </pc:graphicFrameChg>
      </pc:sldChg>
      <pc:sldChg chg="addSp modSp new mod">
        <pc:chgData name="Jan Cordtz" userId="b5e592fb-fc8b-4323-a97d-691438b2e2da" providerId="ADAL" clId="{4E22EDF5-2883-5D57-B9C7-04E66950367B}" dt="2026-02-06T15:11:44.036" v="619" actId="1076"/>
        <pc:sldMkLst>
          <pc:docMk/>
          <pc:sldMk cId="9380322" sldId="2147483590"/>
        </pc:sldMkLst>
        <pc:spChg chg="mod">
          <ac:chgData name="Jan Cordtz" userId="b5e592fb-fc8b-4323-a97d-691438b2e2da" providerId="ADAL" clId="{4E22EDF5-2883-5D57-B9C7-04E66950367B}" dt="2026-02-06T15:09:27.156" v="532" actId="20577"/>
          <ac:spMkLst>
            <pc:docMk/>
            <pc:sldMk cId="9380322" sldId="2147483590"/>
            <ac:spMk id="2" creationId="{7AED0F24-B2C0-36BC-368B-1479FD52D2D7}"/>
          </ac:spMkLst>
        </pc:spChg>
        <pc:spChg chg="add mod">
          <ac:chgData name="Jan Cordtz" userId="b5e592fb-fc8b-4323-a97d-691438b2e2da" providerId="ADAL" clId="{4E22EDF5-2883-5D57-B9C7-04E66950367B}" dt="2026-02-06T15:11:44.036" v="619" actId="1076"/>
          <ac:spMkLst>
            <pc:docMk/>
            <pc:sldMk cId="9380322" sldId="2147483590"/>
            <ac:spMk id="3" creationId="{D982B2F2-EB36-0EF8-EC0E-B5A4962FE476}"/>
          </ac:spMkLst>
        </pc:spChg>
      </pc:sldChg>
      <pc:sldChg chg="addSp modSp new mod">
        <pc:chgData name="Jan Cordtz" userId="b5e592fb-fc8b-4323-a97d-691438b2e2da" providerId="ADAL" clId="{4E22EDF5-2883-5D57-B9C7-04E66950367B}" dt="2026-02-06T15:13:37.967" v="681" actId="12"/>
        <pc:sldMkLst>
          <pc:docMk/>
          <pc:sldMk cId="276985908" sldId="2147483591"/>
        </pc:sldMkLst>
        <pc:spChg chg="mod">
          <ac:chgData name="Jan Cordtz" userId="b5e592fb-fc8b-4323-a97d-691438b2e2da" providerId="ADAL" clId="{4E22EDF5-2883-5D57-B9C7-04E66950367B}" dt="2026-02-06T15:12:17.952" v="625" actId="20577"/>
          <ac:spMkLst>
            <pc:docMk/>
            <pc:sldMk cId="276985908" sldId="2147483591"/>
            <ac:spMk id="2" creationId="{B9147185-8387-15D8-0FC9-82B1389F141F}"/>
          </ac:spMkLst>
        </pc:spChg>
        <pc:spChg chg="add mod">
          <ac:chgData name="Jan Cordtz" userId="b5e592fb-fc8b-4323-a97d-691438b2e2da" providerId="ADAL" clId="{4E22EDF5-2883-5D57-B9C7-04E66950367B}" dt="2026-02-06T15:13:37.967" v="681" actId="12"/>
          <ac:spMkLst>
            <pc:docMk/>
            <pc:sldMk cId="276985908" sldId="2147483591"/>
            <ac:spMk id="3" creationId="{6A9AB474-9249-B9EB-8405-B3787D18716A}"/>
          </ac:spMkLst>
        </pc:spChg>
      </pc:sldChg>
      <pc:sldChg chg="addSp modSp new mod">
        <pc:chgData name="Jan Cordtz" userId="b5e592fb-fc8b-4323-a97d-691438b2e2da" providerId="ADAL" clId="{4E22EDF5-2883-5D57-B9C7-04E66950367B}" dt="2026-02-06T15:15:39.494" v="765" actId="20577"/>
        <pc:sldMkLst>
          <pc:docMk/>
          <pc:sldMk cId="1918475903" sldId="2147483592"/>
        </pc:sldMkLst>
        <pc:spChg chg="mod">
          <ac:chgData name="Jan Cordtz" userId="b5e592fb-fc8b-4323-a97d-691438b2e2da" providerId="ADAL" clId="{4E22EDF5-2883-5D57-B9C7-04E66950367B}" dt="2026-02-06T15:14:19.070" v="695" actId="20577"/>
          <ac:spMkLst>
            <pc:docMk/>
            <pc:sldMk cId="1918475903" sldId="2147483592"/>
            <ac:spMk id="2" creationId="{F1FE13A6-384D-54D3-93AD-9F76B2A8B2B2}"/>
          </ac:spMkLst>
        </pc:spChg>
        <pc:spChg chg="add mod">
          <ac:chgData name="Jan Cordtz" userId="b5e592fb-fc8b-4323-a97d-691438b2e2da" providerId="ADAL" clId="{4E22EDF5-2883-5D57-B9C7-04E66950367B}" dt="2026-02-06T15:15:39.494" v="765" actId="20577"/>
          <ac:spMkLst>
            <pc:docMk/>
            <pc:sldMk cId="1918475903" sldId="2147483592"/>
            <ac:spMk id="3" creationId="{1F8C32BC-032E-7F11-397F-ED639A49E0E5}"/>
          </ac:spMkLst>
        </pc:spChg>
      </pc:sldChg>
      <pc:sldChg chg="addSp modSp new mod">
        <pc:chgData name="Jan Cordtz" userId="b5e592fb-fc8b-4323-a97d-691438b2e2da" providerId="ADAL" clId="{4E22EDF5-2883-5D57-B9C7-04E66950367B}" dt="2026-02-06T15:16:45.300" v="803" actId="115"/>
        <pc:sldMkLst>
          <pc:docMk/>
          <pc:sldMk cId="3712704402" sldId="2147483593"/>
        </pc:sldMkLst>
        <pc:spChg chg="mod">
          <ac:chgData name="Jan Cordtz" userId="b5e592fb-fc8b-4323-a97d-691438b2e2da" providerId="ADAL" clId="{4E22EDF5-2883-5D57-B9C7-04E66950367B}" dt="2026-02-06T15:16:10.480" v="775" actId="20577"/>
          <ac:spMkLst>
            <pc:docMk/>
            <pc:sldMk cId="3712704402" sldId="2147483593"/>
            <ac:spMk id="2" creationId="{7CF451D1-FB95-2C1F-58C5-2BD6F0724785}"/>
          </ac:spMkLst>
        </pc:spChg>
        <pc:spChg chg="add mod">
          <ac:chgData name="Jan Cordtz" userId="b5e592fb-fc8b-4323-a97d-691438b2e2da" providerId="ADAL" clId="{4E22EDF5-2883-5D57-B9C7-04E66950367B}" dt="2026-02-06T15:16:45.300" v="803" actId="115"/>
          <ac:spMkLst>
            <pc:docMk/>
            <pc:sldMk cId="3712704402" sldId="2147483593"/>
            <ac:spMk id="3" creationId="{A12C7155-C85A-ECCA-ED7E-58BF295BF7FD}"/>
          </ac:spMkLst>
        </pc:spChg>
      </pc:sldChg>
      <pc:sldChg chg="modSp add mod">
        <pc:chgData name="Jan Cordtz" userId="b5e592fb-fc8b-4323-a97d-691438b2e2da" providerId="ADAL" clId="{4E22EDF5-2883-5D57-B9C7-04E66950367B}" dt="2026-02-06T15:18:44.554" v="822" actId="20577"/>
        <pc:sldMkLst>
          <pc:docMk/>
          <pc:sldMk cId="3519079924" sldId="2147483594"/>
        </pc:sldMkLst>
        <pc:spChg chg="mod">
          <ac:chgData name="Jan Cordtz" userId="b5e592fb-fc8b-4323-a97d-691438b2e2da" providerId="ADAL" clId="{4E22EDF5-2883-5D57-B9C7-04E66950367B}" dt="2026-02-06T15:18:44.554" v="822" actId="20577"/>
          <ac:spMkLst>
            <pc:docMk/>
            <pc:sldMk cId="3519079924" sldId="2147483594"/>
            <ac:spMk id="2" creationId="{4417423F-BBE9-B608-0073-4EB93FAD5FFF}"/>
          </ac:spMkLst>
        </pc:spChg>
      </pc:sldChg>
      <pc:sldChg chg="addSp delSp modSp new mod modClrScheme chgLayout">
        <pc:chgData name="Jan Cordtz" userId="b5e592fb-fc8b-4323-a97d-691438b2e2da" providerId="ADAL" clId="{4E22EDF5-2883-5D57-B9C7-04E66950367B}" dt="2026-02-06T15:22:49.559" v="946" actId="20577"/>
        <pc:sldMkLst>
          <pc:docMk/>
          <pc:sldMk cId="599966589" sldId="2147483595"/>
        </pc:sldMkLst>
        <pc:spChg chg="del">
          <ac:chgData name="Jan Cordtz" userId="b5e592fb-fc8b-4323-a97d-691438b2e2da" providerId="ADAL" clId="{4E22EDF5-2883-5D57-B9C7-04E66950367B}" dt="2026-02-06T15:18:54.962" v="824" actId="700"/>
          <ac:spMkLst>
            <pc:docMk/>
            <pc:sldMk cId="599966589" sldId="2147483595"/>
            <ac:spMk id="2" creationId="{1F6F4FD3-F1D0-6C0E-E369-9EF5EB8C1701}"/>
          </ac:spMkLst>
        </pc:spChg>
        <pc:spChg chg="add mod">
          <ac:chgData name="Jan Cordtz" userId="b5e592fb-fc8b-4323-a97d-691438b2e2da" providerId="ADAL" clId="{4E22EDF5-2883-5D57-B9C7-04E66950367B}" dt="2026-02-06T15:19:29.612" v="856" actId="20577"/>
          <ac:spMkLst>
            <pc:docMk/>
            <pc:sldMk cId="599966589" sldId="2147483595"/>
            <ac:spMk id="3" creationId="{E432C445-E4B1-1529-87FE-EB194DE0D4DA}"/>
          </ac:spMkLst>
        </pc:spChg>
        <pc:spChg chg="add mod">
          <ac:chgData name="Jan Cordtz" userId="b5e592fb-fc8b-4323-a97d-691438b2e2da" providerId="ADAL" clId="{4E22EDF5-2883-5D57-B9C7-04E66950367B}" dt="2026-02-06T15:20:36.118" v="926" actId="1076"/>
          <ac:spMkLst>
            <pc:docMk/>
            <pc:sldMk cId="599966589" sldId="2147483595"/>
            <ac:spMk id="4" creationId="{25329F0E-F2EB-8CC1-96C8-D17A49D47FA7}"/>
          </ac:spMkLst>
        </pc:spChg>
        <pc:spChg chg="add mod">
          <ac:chgData name="Jan Cordtz" userId="b5e592fb-fc8b-4323-a97d-691438b2e2da" providerId="ADAL" clId="{4E22EDF5-2883-5D57-B9C7-04E66950367B}" dt="2026-02-06T15:22:44.283" v="944" actId="1076"/>
          <ac:spMkLst>
            <pc:docMk/>
            <pc:sldMk cId="599966589" sldId="2147483595"/>
            <ac:spMk id="6" creationId="{F796368E-6BD2-AC8C-7B7B-A143CD552072}"/>
          </ac:spMkLst>
        </pc:spChg>
        <pc:spChg chg="add mod">
          <ac:chgData name="Jan Cordtz" userId="b5e592fb-fc8b-4323-a97d-691438b2e2da" providerId="ADAL" clId="{4E22EDF5-2883-5D57-B9C7-04E66950367B}" dt="2026-02-06T15:22:49.559" v="946" actId="20577"/>
          <ac:spMkLst>
            <pc:docMk/>
            <pc:sldMk cId="599966589" sldId="2147483595"/>
            <ac:spMk id="7" creationId="{68D9A162-B453-33D3-E5DB-DAA5134E310F}"/>
          </ac:spMkLst>
        </pc:spChg>
        <pc:graphicFrameChg chg="add mod modGraphic">
          <ac:chgData name="Jan Cordtz" userId="b5e592fb-fc8b-4323-a97d-691438b2e2da" providerId="ADAL" clId="{4E22EDF5-2883-5D57-B9C7-04E66950367B}" dt="2026-02-06T15:22:44.283" v="944" actId="1076"/>
          <ac:graphicFrameMkLst>
            <pc:docMk/>
            <pc:sldMk cId="599966589" sldId="2147483595"/>
            <ac:graphicFrameMk id="5" creationId="{739E83AD-A08A-1F14-F0C8-C2574C42F9A1}"/>
          </ac:graphicFrameMkLst>
        </pc:graphicFrameChg>
      </pc:sldChg>
      <pc:sldChg chg="addSp modSp new mod">
        <pc:chgData name="Jan Cordtz" userId="b5e592fb-fc8b-4323-a97d-691438b2e2da" providerId="ADAL" clId="{4E22EDF5-2883-5D57-B9C7-04E66950367B}" dt="2026-02-06T15:25:44.071" v="985" actId="12"/>
        <pc:sldMkLst>
          <pc:docMk/>
          <pc:sldMk cId="1247316402" sldId="2147483596"/>
        </pc:sldMkLst>
        <pc:spChg chg="mod">
          <ac:chgData name="Jan Cordtz" userId="b5e592fb-fc8b-4323-a97d-691438b2e2da" providerId="ADAL" clId="{4E22EDF5-2883-5D57-B9C7-04E66950367B}" dt="2026-02-06T15:24:23.476" v="969" actId="20577"/>
          <ac:spMkLst>
            <pc:docMk/>
            <pc:sldMk cId="1247316402" sldId="2147483596"/>
            <ac:spMk id="2" creationId="{C494BB29-4970-D722-B38E-91AE2CAB41A1}"/>
          </ac:spMkLst>
        </pc:spChg>
        <pc:spChg chg="add mod">
          <ac:chgData name="Jan Cordtz" userId="b5e592fb-fc8b-4323-a97d-691438b2e2da" providerId="ADAL" clId="{4E22EDF5-2883-5D57-B9C7-04E66950367B}" dt="2026-02-06T15:25:44.071" v="985" actId="12"/>
          <ac:spMkLst>
            <pc:docMk/>
            <pc:sldMk cId="1247316402" sldId="2147483596"/>
            <ac:spMk id="3" creationId="{111409AE-F15F-B29F-E51B-D67298F817FC}"/>
          </ac:spMkLst>
        </pc:spChg>
        <pc:spChg chg="add mod">
          <ac:chgData name="Jan Cordtz" userId="b5e592fb-fc8b-4323-a97d-691438b2e2da" providerId="ADAL" clId="{4E22EDF5-2883-5D57-B9C7-04E66950367B}" dt="2026-02-06T15:25:40.402" v="984" actId="12"/>
          <ac:spMkLst>
            <pc:docMk/>
            <pc:sldMk cId="1247316402" sldId="2147483596"/>
            <ac:spMk id="4" creationId="{C4A5008D-F21B-F853-B46F-5E63C5EF7B58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390104904" sldId="2147483596"/>
        </pc:sldMkLst>
      </pc:sldChg>
      <pc:sldChg chg="addSp modSp new mod">
        <pc:chgData name="Jan Cordtz" userId="b5e592fb-fc8b-4323-a97d-691438b2e2da" providerId="ADAL" clId="{4E22EDF5-2883-5D57-B9C7-04E66950367B}" dt="2026-02-06T15:26:05.961" v="988" actId="12"/>
        <pc:sldMkLst>
          <pc:docMk/>
          <pc:sldMk cId="1851071183" sldId="2147483597"/>
        </pc:sldMkLst>
        <pc:spChg chg="mod">
          <ac:chgData name="Jan Cordtz" userId="b5e592fb-fc8b-4323-a97d-691438b2e2da" providerId="ADAL" clId="{4E22EDF5-2883-5D57-B9C7-04E66950367B}" dt="2026-02-06T15:24:16.401" v="967" actId="20577"/>
          <ac:spMkLst>
            <pc:docMk/>
            <pc:sldMk cId="1851071183" sldId="2147483597"/>
            <ac:spMk id="2" creationId="{A8423220-179D-4214-4C7B-8F907526D859}"/>
          </ac:spMkLst>
        </pc:spChg>
        <pc:spChg chg="add mod">
          <ac:chgData name="Jan Cordtz" userId="b5e592fb-fc8b-4323-a97d-691438b2e2da" providerId="ADAL" clId="{4E22EDF5-2883-5D57-B9C7-04E66950367B}" dt="2026-02-06T15:26:05.961" v="988" actId="12"/>
          <ac:spMkLst>
            <pc:docMk/>
            <pc:sldMk cId="1851071183" sldId="2147483597"/>
            <ac:spMk id="3" creationId="{A7FE6EE2-9784-C9A2-FDA0-DD1D5ED4C030}"/>
          </ac:spMkLst>
        </pc:spChg>
        <pc:spChg chg="add mod">
          <ac:chgData name="Jan Cordtz" userId="b5e592fb-fc8b-4323-a97d-691438b2e2da" providerId="ADAL" clId="{4E22EDF5-2883-5D57-B9C7-04E66950367B}" dt="2026-02-06T15:26:01.092" v="987" actId="12"/>
          <ac:spMkLst>
            <pc:docMk/>
            <pc:sldMk cId="1851071183" sldId="2147483597"/>
            <ac:spMk id="4" creationId="{CF2906FD-AC90-8F78-785B-73BB21008A64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162734165" sldId="2147483597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822328309" sldId="2147483598"/>
        </pc:sldMkLst>
      </pc:sldChg>
      <pc:sldChg chg="addSp modSp new mod">
        <pc:chgData name="Jan Cordtz" userId="b5e592fb-fc8b-4323-a97d-691438b2e2da" providerId="ADAL" clId="{4E22EDF5-2883-5D57-B9C7-04E66950367B}" dt="2026-02-06T15:29:05.077" v="1011" actId="1076"/>
        <pc:sldMkLst>
          <pc:docMk/>
          <pc:sldMk cId="963266431" sldId="2147483598"/>
        </pc:sldMkLst>
        <pc:spChg chg="mod">
          <ac:chgData name="Jan Cordtz" userId="b5e592fb-fc8b-4323-a97d-691438b2e2da" providerId="ADAL" clId="{4E22EDF5-2883-5D57-B9C7-04E66950367B}" dt="2026-02-06T15:26:30.752" v="993" actId="20577"/>
          <ac:spMkLst>
            <pc:docMk/>
            <pc:sldMk cId="963266431" sldId="2147483598"/>
            <ac:spMk id="2" creationId="{43584A09-061D-688F-FC09-9922723B31B2}"/>
          </ac:spMkLst>
        </pc:spChg>
        <pc:spChg chg="add mod">
          <ac:chgData name="Jan Cordtz" userId="b5e592fb-fc8b-4323-a97d-691438b2e2da" providerId="ADAL" clId="{4E22EDF5-2883-5D57-B9C7-04E66950367B}" dt="2026-02-06T15:28:58.013" v="1010" actId="1076"/>
          <ac:spMkLst>
            <pc:docMk/>
            <pc:sldMk cId="963266431" sldId="2147483598"/>
            <ac:spMk id="4" creationId="{65A2121B-945F-A406-32BD-5E812469980A}"/>
          </ac:spMkLst>
        </pc:spChg>
        <pc:graphicFrameChg chg="add mod modGraphic">
          <ac:chgData name="Jan Cordtz" userId="b5e592fb-fc8b-4323-a97d-691438b2e2da" providerId="ADAL" clId="{4E22EDF5-2883-5D57-B9C7-04E66950367B}" dt="2026-02-06T15:29:05.077" v="1011" actId="1076"/>
          <ac:graphicFrameMkLst>
            <pc:docMk/>
            <pc:sldMk cId="963266431" sldId="2147483598"/>
            <ac:graphicFrameMk id="3" creationId="{0F040F3F-F9F0-C1EF-92D0-A317BC87A13C}"/>
          </ac:graphicFrameMkLst>
        </pc:graphicFrameChg>
      </pc:sldChg>
      <pc:sldChg chg="addSp modSp new mod">
        <pc:chgData name="Jan Cordtz" userId="b5e592fb-fc8b-4323-a97d-691438b2e2da" providerId="ADAL" clId="{4E22EDF5-2883-5D57-B9C7-04E66950367B}" dt="2026-02-06T15:30:14.319" v="1031" actId="1076"/>
        <pc:sldMkLst>
          <pc:docMk/>
          <pc:sldMk cId="125046216" sldId="2147483599"/>
        </pc:sldMkLst>
        <pc:spChg chg="mod">
          <ac:chgData name="Jan Cordtz" userId="b5e592fb-fc8b-4323-a97d-691438b2e2da" providerId="ADAL" clId="{4E22EDF5-2883-5D57-B9C7-04E66950367B}" dt="2026-02-06T15:29:29.328" v="1020" actId="20577"/>
          <ac:spMkLst>
            <pc:docMk/>
            <pc:sldMk cId="125046216" sldId="2147483599"/>
            <ac:spMk id="2" creationId="{F4A8A985-FA1C-B1A6-A64A-60D9D6A7E25B}"/>
          </ac:spMkLst>
        </pc:spChg>
        <pc:spChg chg="add mod">
          <ac:chgData name="Jan Cordtz" userId="b5e592fb-fc8b-4323-a97d-691438b2e2da" providerId="ADAL" clId="{4E22EDF5-2883-5D57-B9C7-04E66950367B}" dt="2026-02-06T15:29:52.923" v="1026" actId="12"/>
          <ac:spMkLst>
            <pc:docMk/>
            <pc:sldMk cId="125046216" sldId="2147483599"/>
            <ac:spMk id="3" creationId="{33D01DF4-F79B-DAC0-20C7-0E73A950B015}"/>
          </ac:spMkLst>
        </pc:spChg>
        <pc:spChg chg="add mod">
          <ac:chgData name="Jan Cordtz" userId="b5e592fb-fc8b-4323-a97d-691438b2e2da" providerId="ADAL" clId="{4E22EDF5-2883-5D57-B9C7-04E66950367B}" dt="2026-02-06T15:30:14.319" v="1031" actId="1076"/>
          <ac:spMkLst>
            <pc:docMk/>
            <pc:sldMk cId="125046216" sldId="2147483599"/>
            <ac:spMk id="4" creationId="{EB42434B-A390-D320-BAA0-A093C887A1A6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648370399" sldId="2147483599"/>
        </pc:sldMkLst>
      </pc:sldChg>
      <pc:sldChg chg="addSp modSp new mod">
        <pc:chgData name="Jan Cordtz" userId="b5e592fb-fc8b-4323-a97d-691438b2e2da" providerId="ADAL" clId="{4E22EDF5-2883-5D57-B9C7-04E66950367B}" dt="2026-02-06T15:31:37.293" v="1051" actId="1076"/>
        <pc:sldMkLst>
          <pc:docMk/>
          <pc:sldMk cId="1079046374" sldId="2147483600"/>
        </pc:sldMkLst>
        <pc:spChg chg="mod">
          <ac:chgData name="Jan Cordtz" userId="b5e592fb-fc8b-4323-a97d-691438b2e2da" providerId="ADAL" clId="{4E22EDF5-2883-5D57-B9C7-04E66950367B}" dt="2026-02-06T15:30:33.379" v="1037" actId="20577"/>
          <ac:spMkLst>
            <pc:docMk/>
            <pc:sldMk cId="1079046374" sldId="2147483600"/>
            <ac:spMk id="2" creationId="{6124F3B6-C5F8-54D3-6EA7-614789EC077C}"/>
          </ac:spMkLst>
        </pc:spChg>
        <pc:spChg chg="add mod">
          <ac:chgData name="Jan Cordtz" userId="b5e592fb-fc8b-4323-a97d-691438b2e2da" providerId="ADAL" clId="{4E22EDF5-2883-5D57-B9C7-04E66950367B}" dt="2026-02-06T15:30:55.687" v="1042" actId="20577"/>
          <ac:spMkLst>
            <pc:docMk/>
            <pc:sldMk cId="1079046374" sldId="2147483600"/>
            <ac:spMk id="4" creationId="{284EA613-5312-0D58-C9A0-F27EF7D6DAE3}"/>
          </ac:spMkLst>
        </pc:spChg>
        <pc:graphicFrameChg chg="add mod modGraphic">
          <ac:chgData name="Jan Cordtz" userId="b5e592fb-fc8b-4323-a97d-691438b2e2da" providerId="ADAL" clId="{4E22EDF5-2883-5D57-B9C7-04E66950367B}" dt="2026-02-06T15:31:37.293" v="1051" actId="1076"/>
          <ac:graphicFrameMkLst>
            <pc:docMk/>
            <pc:sldMk cId="1079046374" sldId="2147483600"/>
            <ac:graphicFrameMk id="3" creationId="{31396B0B-4A8A-0B63-B985-048BEABB193B}"/>
          </ac:graphicFrameMkLst>
        </pc:graphicFrame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322040020" sldId="214748360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09978293" sldId="2147483601"/>
        </pc:sldMkLst>
      </pc:sldChg>
      <pc:sldChg chg="addSp modSp new mod">
        <pc:chgData name="Jan Cordtz" userId="b5e592fb-fc8b-4323-a97d-691438b2e2da" providerId="ADAL" clId="{4E22EDF5-2883-5D57-B9C7-04E66950367B}" dt="2026-02-06T15:32:57.072" v="1064" actId="1076"/>
        <pc:sldMkLst>
          <pc:docMk/>
          <pc:sldMk cId="3406640078" sldId="2147483601"/>
        </pc:sldMkLst>
        <pc:spChg chg="mod">
          <ac:chgData name="Jan Cordtz" userId="b5e592fb-fc8b-4323-a97d-691438b2e2da" providerId="ADAL" clId="{4E22EDF5-2883-5D57-B9C7-04E66950367B}" dt="2026-02-06T15:32:21.647" v="1057" actId="20577"/>
          <ac:spMkLst>
            <pc:docMk/>
            <pc:sldMk cId="3406640078" sldId="2147483601"/>
            <ac:spMk id="2" creationId="{2F5E4278-407F-B63E-7A5C-BBA5ED3DA691}"/>
          </ac:spMkLst>
        </pc:spChg>
        <pc:spChg chg="add mod">
          <ac:chgData name="Jan Cordtz" userId="b5e592fb-fc8b-4323-a97d-691438b2e2da" providerId="ADAL" clId="{4E22EDF5-2883-5D57-B9C7-04E66950367B}" dt="2026-02-06T15:32:57.072" v="1064" actId="1076"/>
          <ac:spMkLst>
            <pc:docMk/>
            <pc:sldMk cId="3406640078" sldId="2147483601"/>
            <ac:spMk id="3" creationId="{FE9D281B-A6EC-1C89-1B6A-D49B694FB151}"/>
          </ac:spMkLst>
        </pc:spChg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334764523" sldId="214748360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480298092" sldId="214748360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468688813" sldId="214748360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60744495" sldId="214748360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357562902" sldId="2147483607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679148740" sldId="214748360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054395914" sldId="2147483609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638028225" sldId="2147483610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1626382936" sldId="2147483611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215481495" sldId="2147483612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771710611" sldId="2147483613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234580505" sldId="2147483614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750152077" sldId="2147483615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576853518" sldId="2147483616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522255524" sldId="2147483617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471787331" sldId="2147483618"/>
        </pc:sldMkLst>
      </pc:sldChg>
      <pc:sldChg chg="del">
        <pc:chgData name="Jan Cordtz" userId="b5e592fb-fc8b-4323-a97d-691438b2e2da" providerId="ADAL" clId="{4E22EDF5-2883-5D57-B9C7-04E66950367B}" dt="2026-02-06T13:23:33.255" v="18" actId="2696"/>
        <pc:sldMkLst>
          <pc:docMk/>
          <pc:sldMk cId="3571511964" sldId="2147483619"/>
        </pc:sldMkLst>
      </pc:sldChg>
      <pc:sldMasterChg chg="modSldLayout">
        <pc:chgData name="Jan Cordtz" userId="b5e592fb-fc8b-4323-a97d-691438b2e2da" providerId="ADAL" clId="{4E22EDF5-2883-5D57-B9C7-04E66950367B}" dt="2026-02-06T14:29:43.060" v="381" actId="478"/>
        <pc:sldMasterMkLst>
          <pc:docMk/>
          <pc:sldMasterMk cId="2167567657" sldId="2147484679"/>
        </pc:sldMasterMkLst>
        <pc:sldLayoutChg chg="delSp mod">
          <pc:chgData name="Jan Cordtz" userId="b5e592fb-fc8b-4323-a97d-691438b2e2da" providerId="ADAL" clId="{4E22EDF5-2883-5D57-B9C7-04E66950367B}" dt="2026-02-06T14:29:33.397" v="379" actId="478"/>
          <pc:sldLayoutMkLst>
            <pc:docMk/>
            <pc:sldMasterMk cId="2167567657" sldId="2147484679"/>
            <pc:sldLayoutMk cId="192067672" sldId="2147484701"/>
          </pc:sldLayoutMkLst>
          <pc:spChg chg="del">
            <ac:chgData name="Jan Cordtz" userId="b5e592fb-fc8b-4323-a97d-691438b2e2da" providerId="ADAL" clId="{4E22EDF5-2883-5D57-B9C7-04E66950367B}" dt="2026-02-06T14:29:31.603" v="378" actId="478"/>
            <ac:spMkLst>
              <pc:docMk/>
              <pc:sldMasterMk cId="2167567657" sldId="2147484679"/>
              <pc:sldLayoutMk cId="192067672" sldId="2147484701"/>
              <ac:spMk id="6" creationId="{BBF18DD5-394A-4676-966A-43A5BAC6E006}"/>
            </ac:spMkLst>
          </pc:spChg>
          <pc:spChg chg="del">
            <ac:chgData name="Jan Cordtz" userId="b5e592fb-fc8b-4323-a97d-691438b2e2da" providerId="ADAL" clId="{4E22EDF5-2883-5D57-B9C7-04E66950367B}" dt="2026-02-06T14:29:33.397" v="379" actId="478"/>
            <ac:spMkLst>
              <pc:docMk/>
              <pc:sldMasterMk cId="2167567657" sldId="2147484679"/>
              <pc:sldLayoutMk cId="192067672" sldId="2147484701"/>
              <ac:spMk id="7" creationId="{2A399517-6D70-91AD-1227-F9D6955CDA7B}"/>
            </ac:spMkLst>
          </pc:spChg>
        </pc:sldLayoutChg>
        <pc:sldLayoutChg chg="delSp mod">
          <pc:chgData name="Jan Cordtz" userId="b5e592fb-fc8b-4323-a97d-691438b2e2da" providerId="ADAL" clId="{4E22EDF5-2883-5D57-B9C7-04E66950367B}" dt="2026-02-06T14:29:43.060" v="381" actId="478"/>
          <pc:sldLayoutMkLst>
            <pc:docMk/>
            <pc:sldMasterMk cId="2167567657" sldId="2147484679"/>
            <pc:sldLayoutMk cId="1118244008" sldId="2147484718"/>
          </pc:sldLayoutMkLst>
          <pc:spChg chg="del">
            <ac:chgData name="Jan Cordtz" userId="b5e592fb-fc8b-4323-a97d-691438b2e2da" providerId="ADAL" clId="{4E22EDF5-2883-5D57-B9C7-04E66950367B}" dt="2026-02-06T14:29:43.060" v="381" actId="478"/>
            <ac:spMkLst>
              <pc:docMk/>
              <pc:sldMasterMk cId="2167567657" sldId="2147484679"/>
              <pc:sldLayoutMk cId="1118244008" sldId="2147484718"/>
              <ac:spMk id="3" creationId="{D451A2C5-1E75-8EE3-22E6-59C938C37DB8}"/>
            </ac:spMkLst>
          </pc:spChg>
          <pc:spChg chg="del">
            <ac:chgData name="Jan Cordtz" userId="b5e592fb-fc8b-4323-a97d-691438b2e2da" providerId="ADAL" clId="{4E22EDF5-2883-5D57-B9C7-04E66950367B}" dt="2026-02-06T14:29:42.104" v="380" actId="478"/>
            <ac:spMkLst>
              <pc:docMk/>
              <pc:sldMasterMk cId="2167567657" sldId="2147484679"/>
              <pc:sldLayoutMk cId="1118244008" sldId="2147484718"/>
              <ac:spMk id="4" creationId="{7C14C3DD-159F-0E37-FA23-5C89134B7DD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2/6/26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2/6/26 2:20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49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rge Number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in the dark&#10;&#10;Description automatically generated">
            <a:extLst>
              <a:ext uri="{FF2B5EF4-FFF2-40B4-BE49-F238E27FC236}">
                <a16:creationId xmlns:a16="http://schemas.microsoft.com/office/drawing/2014/main" id="{3CBEDED0-2F8D-60CB-73EC-D8A926F1B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4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_logo 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B01B2829-96EF-EDD4-F5DC-8F6DFAFB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810" y="3423718"/>
            <a:ext cx="3252990" cy="527045"/>
          </a:xfrm>
        </p:spPr>
        <p:txBody>
          <a:bodyPr>
            <a:noAutofit/>
          </a:bodyPr>
          <a:lstStyle>
            <a:lvl1pPr algn="l">
              <a:defRPr sz="3600" b="0" i="0">
                <a:gradFill flip="none" rotWithShape="1">
                  <a:gsLst>
                    <a:gs pos="0">
                      <a:srgbClr val="49C5B1"/>
                    </a:gs>
                    <a:gs pos="82000">
                      <a:srgbClr val="8551C5"/>
                    </a:gs>
                  </a:gsLst>
                  <a:lin ang="10800000" scaled="1"/>
                  <a:tileRect/>
                </a:gra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CDA471C-44FF-1A4B-B9F4-35DBB6F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594808" y="293628"/>
            <a:ext cx="1566909" cy="544002"/>
          </a:xfrm>
          <a:prstGeom prst="rect">
            <a:avLst/>
          </a:prstGeom>
        </p:spPr>
      </p:pic>
      <p:pic>
        <p:nvPicPr>
          <p:cNvPr id="3" name="Picture 2" descr="A purple circle in the dark&#10;&#10;Description automatically generated">
            <a:extLst>
              <a:ext uri="{FF2B5EF4-FFF2-40B4-BE49-F238E27FC236}">
                <a16:creationId xmlns:a16="http://schemas.microsoft.com/office/drawing/2014/main" id="{4306B846-38BE-5723-8ACE-4C505C4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C1D4F9E-3D5B-5D64-BA24-7989A46F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Microsoft Confidential–Internal Only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13CC769-9046-D715-EE31-D61D965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8131C-5610-8B47-A47C-619DDB744FE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  <p:pic>
        <p:nvPicPr>
          <p:cNvPr id="5" name="Picture 4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7243609A-36AD-717F-E0B4-594D21A9C3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467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Heading Segoe UI </a:t>
            </a:r>
            <a:r>
              <a:rPr lang="en-US" dirty="0" err="1"/>
              <a:t>Semibold</a:t>
            </a:r>
            <a:r>
              <a:rPr lang="en-US" dirty="0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69" y="6455174"/>
            <a:ext cx="11306469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 dirty="0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65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532" imgH="533" progId="TCLayout.ActiveDocument.1">
                  <p:embed/>
                </p:oleObj>
              </mc:Choice>
              <mc:Fallback>
                <p:oleObj name="think-cell Slide" r:id="rId22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FA82-318A-3A34-2934-24B034B58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92EE12-E16C-066A-7EFA-7E3A5BF6D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 dirty="0"/>
              <a:t>Microsoft Purview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718" r:id="rId4"/>
    <p:sldLayoutId id="2147484756" r:id="rId5"/>
    <p:sldLayoutId id="2147484803" r:id="rId6"/>
    <p:sldLayoutId id="2147484804" r:id="rId7"/>
    <p:sldLayoutId id="2147484805" r:id="rId8"/>
    <p:sldLayoutId id="2147484806" r:id="rId9"/>
    <p:sldLayoutId id="2147484807" r:id="rId10"/>
    <p:sldLayoutId id="2147484808" r:id="rId11"/>
    <p:sldLayoutId id="2147484809" r:id="rId12"/>
    <p:sldLayoutId id="2147484810" r:id="rId13"/>
    <p:sldLayoutId id="2147484811" r:id="rId14"/>
    <p:sldLayoutId id="2147484812" r:id="rId15"/>
    <p:sldLayoutId id="2147484813" r:id="rId16"/>
    <p:sldLayoutId id="2147484814" r:id="rId17"/>
    <p:sldLayoutId id="2147484816" r:id="rId18"/>
    <p:sldLayoutId id="214748481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zure-sql/database/long-term-retention-overview?view=azuresql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ertlibrary.com/blog/backup-retention-policies-for-azure-paas-database-services/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0523" y="1711794"/>
            <a:ext cx="4446587" cy="242794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Governance</a:t>
            </a:r>
            <a:r>
              <a:rPr lang="en-GB" dirty="0"/>
              <a:t> and Compliance with 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getting started guide –</a:t>
            </a:r>
            <a:br>
              <a:rPr lang="en-GB" dirty="0"/>
            </a:br>
            <a:r>
              <a:rPr lang="en-GB" b="1" i="1" dirty="0"/>
              <a:t>Retention Policies in Azure and M365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436396" y="4673449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E45D75-77AE-3079-FFC7-8EBA288E263F}"/>
              </a:ext>
            </a:extLst>
          </p:cNvPr>
          <p:cNvSpPr txBox="1"/>
          <p:nvPr/>
        </p:nvSpPr>
        <p:spPr>
          <a:xfrm>
            <a:off x="531412" y="5872558"/>
            <a:ext cx="6193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in this document the name </a:t>
            </a:r>
            <a:r>
              <a:rPr lang="en-US" b="1" dirty="0"/>
              <a:t>Purview</a:t>
            </a:r>
            <a:r>
              <a:rPr lang="en-US" dirty="0"/>
              <a:t> – if not otherwise</a:t>
            </a:r>
          </a:p>
          <a:p>
            <a:r>
              <a:rPr lang="en-US" dirty="0"/>
              <a:t>stated - is used for the Data Governance part of Purview.</a:t>
            </a:r>
          </a:p>
        </p:txBody>
      </p: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490476-D1E5-FED9-F8E3-0F6C5D6D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– a definition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0D2E6-4FCB-19D2-5944-B1E2E76A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1025" y="1519430"/>
            <a:ext cx="7680473" cy="44667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“Retention”</a:t>
            </a:r>
            <a:r>
              <a:rPr lang="en-US" dirty="0">
                <a:solidFill>
                  <a:schemeClr val="bg1"/>
                </a:solidFill>
              </a:rPr>
              <a:t> in English generally means </a:t>
            </a:r>
            <a:r>
              <a:rPr lang="en-US" i="1" dirty="0">
                <a:solidFill>
                  <a:schemeClr val="bg1"/>
                </a:solidFill>
              </a:rPr>
              <a:t>the act of keeping, holding on to, or preserving something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Data retention</a:t>
            </a:r>
            <a:r>
              <a:rPr lang="en-US" sz="2000" dirty="0">
                <a:solidFill>
                  <a:schemeClr val="bg1"/>
                </a:solidFill>
              </a:rPr>
              <a:t> – keeping data for a specific period.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Employee retention</a:t>
            </a:r>
            <a:r>
              <a:rPr lang="en-US" sz="2000" dirty="0">
                <a:solidFill>
                  <a:schemeClr val="bg1"/>
                </a:solidFill>
              </a:rPr>
              <a:t> – a company’s ability to keep employees.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Memory retention</a:t>
            </a:r>
            <a:r>
              <a:rPr lang="en-US" sz="2000" dirty="0">
                <a:solidFill>
                  <a:schemeClr val="bg1"/>
                </a:solidFill>
              </a:rPr>
              <a:t> – how well someone keeps or remembers information.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81A55-4B82-8AE5-B72D-4B70BB5AF5F9}"/>
              </a:ext>
            </a:extLst>
          </p:cNvPr>
          <p:cNvSpPr txBox="1"/>
          <p:nvPr/>
        </p:nvSpPr>
        <p:spPr>
          <a:xfrm>
            <a:off x="581025" y="4774019"/>
            <a:ext cx="6382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Azure retention</a:t>
            </a:r>
            <a:r>
              <a:rPr lang="en-US" dirty="0"/>
              <a:t> : </a:t>
            </a:r>
            <a:r>
              <a:rPr lang="en-US" i="1" dirty="0"/>
              <a:t>“Can I restore my data if something breaks?”</a:t>
            </a:r>
            <a:r>
              <a:rPr lang="en-US" dirty="0"/>
              <a:t> </a:t>
            </a:r>
          </a:p>
          <a:p>
            <a:r>
              <a:rPr lang="en-US" b="1" dirty="0"/>
              <a:t>M365 retention</a:t>
            </a:r>
            <a:r>
              <a:rPr lang="en-US" dirty="0"/>
              <a:t> : </a:t>
            </a:r>
            <a:r>
              <a:rPr lang="en-US" i="1" dirty="0"/>
              <a:t>“Am I allowed to delete this information yet?”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7022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8636-36E2-2FD7-8F92-0A06AF4C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586E7-4FFD-06DE-B105-5BD947D7A95D}"/>
              </a:ext>
            </a:extLst>
          </p:cNvPr>
          <p:cNvSpPr txBox="1"/>
          <p:nvPr/>
        </p:nvSpPr>
        <p:spPr>
          <a:xfrm>
            <a:off x="5185458" y="2615877"/>
            <a:ext cx="4350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Retention in M365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8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3A83-9399-210A-1CA0-C8A87F5C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in Microsoft 365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B1D58-5BB0-8FE6-1D25-AA66D17DCA62}"/>
              </a:ext>
            </a:extLst>
          </p:cNvPr>
          <p:cNvSpPr txBox="1"/>
          <p:nvPr/>
        </p:nvSpPr>
        <p:spPr>
          <a:xfrm>
            <a:off x="581025" y="1225689"/>
            <a:ext cx="85485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Microsoft 365 provides a retention system based on: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Broad, location-based rules</a:t>
            </a:r>
          </a:p>
          <a:p>
            <a:pPr fontAlgn="t"/>
            <a:r>
              <a:rPr lang="en-US" dirty="0"/>
              <a:t>→ </a:t>
            </a:r>
            <a:r>
              <a:rPr lang="en-US" i="1" dirty="0"/>
              <a:t>Retention Policies</a:t>
            </a:r>
            <a:endParaRPr lang="en-US" dirty="0"/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Precision, item-level control</a:t>
            </a:r>
          </a:p>
          <a:p>
            <a:pPr fontAlgn="t"/>
            <a:r>
              <a:rPr lang="en-US" dirty="0"/>
              <a:t>→ </a:t>
            </a:r>
            <a:r>
              <a:rPr lang="en-US" i="1" dirty="0"/>
              <a:t>Retention Labels + Auto-Labeling</a:t>
            </a:r>
            <a:endParaRPr lang="en-US" dirty="0"/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Dynamic targeting</a:t>
            </a:r>
          </a:p>
          <a:p>
            <a:pPr fontAlgn="t"/>
            <a:r>
              <a:rPr lang="en-US" dirty="0"/>
              <a:t>→ </a:t>
            </a:r>
            <a:r>
              <a:rPr lang="en-US" i="1" dirty="0"/>
              <a:t>Adaptive Scopes</a:t>
            </a:r>
            <a:endParaRPr lang="en-US" dirty="0"/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Regulated and immutable content</a:t>
            </a:r>
          </a:p>
          <a:p>
            <a:pPr fontAlgn="t"/>
            <a:r>
              <a:rPr lang="en-US" dirty="0"/>
              <a:t>→ </a:t>
            </a:r>
            <a:r>
              <a:rPr lang="en-US" i="1" dirty="0"/>
              <a:t>Records Management</a:t>
            </a:r>
            <a:endParaRPr lang="en-US" dirty="0"/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Legal preservation</a:t>
            </a:r>
          </a:p>
          <a:p>
            <a:pPr fontAlgn="t"/>
            <a:r>
              <a:rPr lang="en-US" dirty="0"/>
              <a:t>→ </a:t>
            </a:r>
            <a:r>
              <a:rPr lang="en-US" i="1" dirty="0"/>
              <a:t>Litigation and eDiscovery Holds</a:t>
            </a:r>
            <a:endParaRPr lang="en-US" dirty="0"/>
          </a:p>
          <a:p>
            <a:pPr fontAlgn="t"/>
            <a:endParaRPr lang="en-US" dirty="0"/>
          </a:p>
          <a:p>
            <a:pPr fontAlgn="t"/>
            <a:r>
              <a:rPr lang="en-US" dirty="0"/>
              <a:t>Together, these capabilities ensure organizations can meet regulatory, legal, and business requirements for data retention and deletion.</a:t>
            </a:r>
          </a:p>
        </p:txBody>
      </p:sp>
    </p:spTree>
    <p:extLst>
      <p:ext uri="{BB962C8B-B14F-4D97-AF65-F5344CB8AC3E}">
        <p14:creationId xmlns:p14="http://schemas.microsoft.com/office/powerpoint/2010/main" val="4734676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57A2F8-B47A-8CE2-217C-75A88EAC71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658883-3D83-D7DE-D132-33E9556131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0BAC7D-62D4-C3F3-65CF-067EF962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</a:rPr>
              <a:t>1. Retention Policies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0A3A-C701-F839-2D3D-C88AFAE80C97}"/>
              </a:ext>
            </a:extLst>
          </p:cNvPr>
          <p:cNvSpPr txBox="1"/>
          <p:nvPr/>
        </p:nvSpPr>
        <p:spPr>
          <a:xfrm>
            <a:off x="812215" y="1355651"/>
            <a:ext cx="6097772" cy="434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</a:rPr>
              <a:t>Retention policies allow you to define </a:t>
            </a:r>
            <a:r>
              <a:rPr lang="en-US" b="1" i="0" dirty="0">
                <a:effectLst/>
              </a:rPr>
              <a:t>how long content is kept</a:t>
            </a:r>
            <a:r>
              <a:rPr lang="en-US" b="0" i="0" dirty="0">
                <a:effectLst/>
              </a:rPr>
              <a:t> and </a:t>
            </a:r>
            <a:r>
              <a:rPr lang="en-US" b="1" i="0" dirty="0">
                <a:effectLst/>
              </a:rPr>
              <a:t>what happens after the retention period</a:t>
            </a:r>
            <a:r>
              <a:rPr lang="en-US" b="0" i="0" dirty="0">
                <a:effectLst/>
              </a:rPr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US" b="0" i="0" dirty="0">
              <a:effectLst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b="1" i="0" dirty="0">
                <a:effectLst/>
              </a:rPr>
              <a:t>You can use retention policies to: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Keep content for a specific period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Delete content automatically after a period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Keep content </a:t>
            </a:r>
            <a:r>
              <a:rPr lang="en-US" b="0" i="1" dirty="0">
                <a:effectLst/>
              </a:rPr>
              <a:t>and then</a:t>
            </a:r>
            <a:r>
              <a:rPr lang="en-US" b="0" i="0" dirty="0">
                <a:effectLst/>
              </a:rPr>
              <a:t> delete it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Retain content even if a user deletes it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Apply policies across vast locations centrally</a:t>
            </a:r>
          </a:p>
          <a:p>
            <a:pPr fontAlgn="t">
              <a:lnSpc>
                <a:spcPts val="1500"/>
              </a:lnSpc>
              <a:buNone/>
            </a:pPr>
            <a:endParaRPr lang="en-US" b="1" i="0" dirty="0">
              <a:effectLst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b="1" i="0" dirty="0">
                <a:effectLst/>
              </a:rPr>
              <a:t>Supported locations include: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Exchange mailboxes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SharePoint sites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OneDrive accounts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Microsoft Teams (chats and channels)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Microsoft 365 Groups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Yammer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Viva Engage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Purview Audit logs</a:t>
            </a:r>
          </a:p>
          <a:p>
            <a:pPr fontAlgn="t">
              <a:lnSpc>
                <a:spcPts val="1500"/>
              </a:lnSpc>
              <a:buNone/>
            </a:pPr>
            <a:endParaRPr lang="en-US" b="0" i="0" dirty="0">
              <a:effectLst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</a:rPr>
              <a:t>Retention policies work </a:t>
            </a:r>
            <a:r>
              <a:rPr lang="en-US" b="1" i="0" dirty="0">
                <a:effectLst/>
              </a:rPr>
              <a:t>centrally</a:t>
            </a:r>
            <a:r>
              <a:rPr lang="en-US" b="0" i="0" dirty="0">
                <a:effectLst/>
              </a:rPr>
              <a:t> and apply to all items that meet the policy conditions.</a:t>
            </a:r>
          </a:p>
        </p:txBody>
      </p:sp>
    </p:spTree>
    <p:extLst>
      <p:ext uri="{BB962C8B-B14F-4D97-AF65-F5344CB8AC3E}">
        <p14:creationId xmlns:p14="http://schemas.microsoft.com/office/powerpoint/2010/main" val="116376128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C93098-6490-3F05-8F43-C97F053A45C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AB5414-239E-F2F6-121E-2BBAC2D35E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3A847-FAAC-B341-0E63-AC70ABF7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Retention Labels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8A8A7-AFFF-78E1-109C-1B84FBA42025}"/>
              </a:ext>
            </a:extLst>
          </p:cNvPr>
          <p:cNvSpPr txBox="1"/>
          <p:nvPr/>
        </p:nvSpPr>
        <p:spPr>
          <a:xfrm>
            <a:off x="421183" y="1349802"/>
            <a:ext cx="84357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Retention labels give more granular control, because labels apply to </a:t>
            </a:r>
            <a:r>
              <a:rPr lang="en-US" b="1" dirty="0"/>
              <a:t>specific items</a:t>
            </a:r>
            <a:r>
              <a:rPr lang="en-US" dirty="0"/>
              <a:t>, not entire locations.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You use retention labels to: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Mark individual documents or emails with a retention rule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Keep certain content as “records”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Lock content to prevent edits (record versioning)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Trigger disposition reviews after retention ends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Ensure specific files are preserved for legal, regulatory, or business reasons</a:t>
            </a:r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How labels can be applied: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Manually by users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Automatically using rules (e.g., keywords, sensitive information types, metadata)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Programmatically via the Purview API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Default labels applied to SharePoint libraries or folders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336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5D58E0-1786-7663-60B9-24B5432E248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914B88-8330-BED7-FD27-D7793246E8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80F0E4-5F53-E7FC-3C59-DD4B98F0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Retention Label Policies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915CD-2907-7E2A-1156-343EA6FD81D1}"/>
              </a:ext>
            </a:extLst>
          </p:cNvPr>
          <p:cNvSpPr txBox="1"/>
          <p:nvPr/>
        </p:nvSpPr>
        <p:spPr>
          <a:xfrm>
            <a:off x="612571" y="1616149"/>
            <a:ext cx="708546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These are used to </a:t>
            </a:r>
            <a:r>
              <a:rPr lang="en-US" b="1" dirty="0"/>
              <a:t>publish</a:t>
            </a:r>
            <a:r>
              <a:rPr lang="en-US" dirty="0"/>
              <a:t> labels to locations so users or auto-labeling</a:t>
            </a:r>
          </a:p>
          <a:p>
            <a:pPr fontAlgn="t"/>
            <a:r>
              <a:rPr lang="en-US" dirty="0"/>
              <a:t>rules can apply them.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Label policies determine: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Which users or locations see the labels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Whether labels can be auto-applied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Whether items should be marked as records or regulatory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8541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3C65AD-BA95-FF25-A66D-8CF1598858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08F4B-20DD-9DE0-A56D-482C478887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F3FAD9-1769-E5F2-99AE-63C7C68E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Auto-Labeling (Automatic Application of Labels)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927D7-A146-1635-40BC-F6B657BB7AD3}"/>
              </a:ext>
            </a:extLst>
          </p:cNvPr>
          <p:cNvSpPr txBox="1"/>
          <p:nvPr/>
        </p:nvSpPr>
        <p:spPr>
          <a:xfrm>
            <a:off x="581025" y="1892596"/>
            <a:ext cx="827034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Microsoft Purview can apply retention labels </a:t>
            </a:r>
            <a:r>
              <a:rPr lang="en-US" i="1" dirty="0"/>
              <a:t>automatically</a:t>
            </a:r>
            <a:r>
              <a:rPr lang="en-US" dirty="0"/>
              <a:t> using: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Sensitive Information Types (SITs)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Trainable classifiers (machine learning)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Keywords or metadata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SharePoint Syntex extractors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Adaptive scopes based on user attributes or resource metadata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This ensures consistent, rule-based governance without depending on user 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1160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EB4AF6-9EC9-C95E-7325-CA44AC99EAF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0334F-B20E-4466-3E79-C4A43BF5F0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CC60DD-A43D-3ED9-53B9-8B496D5E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Adaptive Scopes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F3BDD-6C7E-B72E-A189-C5877871AEF3}"/>
              </a:ext>
            </a:extLst>
          </p:cNvPr>
          <p:cNvSpPr txBox="1"/>
          <p:nvPr/>
        </p:nvSpPr>
        <p:spPr>
          <a:xfrm>
            <a:off x="581025" y="1679944"/>
            <a:ext cx="694087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Adaptive scopes allow you to target retention dynamically based </a:t>
            </a:r>
            <a:br>
              <a:rPr lang="en-US" dirty="0"/>
            </a:br>
            <a:r>
              <a:rPr lang="en-US" dirty="0"/>
              <a:t>on </a:t>
            </a:r>
            <a:r>
              <a:rPr lang="en-US" b="1" dirty="0"/>
              <a:t>attributes</a:t>
            </a:r>
            <a:r>
              <a:rPr lang="en-US" dirty="0"/>
              <a:t>, for example: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Users in a specific department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SharePoint sites with certain metadata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Groups with a certain classification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Scopes automatically update when new resources match the criteria.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1342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001BC1-658D-9035-5093-6F6023FD28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EF83F-8668-5331-38AF-539D922191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1C12A0-804C-088B-3718-1F07D77B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Records Management (Advanced Retention)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7720F-9167-546C-F2FE-37E8D2937BAD}"/>
              </a:ext>
            </a:extLst>
          </p:cNvPr>
          <p:cNvSpPr txBox="1"/>
          <p:nvPr/>
        </p:nvSpPr>
        <p:spPr>
          <a:xfrm>
            <a:off x="581024" y="1509823"/>
            <a:ext cx="75635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Microsoft Purview Records Management adds deeper governance features: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Capabilities include: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Regulatory records (strict, immutable records)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Advanced disposition review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Event-based retention (start retention based on a business event, e.g., “Employee termination”, “Contract end date”)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File plan configuration to map retention labels to legal/business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8191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E7BA71-B54D-D6F3-DD3D-9F69BA8E9E1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4504D4-295A-960A-3B5F-CBA362AFDC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A4848E-375C-0910-95EA-FE243667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Preservation Holds (Litigation Hold / eDiscovery Hold)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9C8AA-F4E2-0919-52A0-8423324A800A}"/>
              </a:ext>
            </a:extLst>
          </p:cNvPr>
          <p:cNvSpPr txBox="1"/>
          <p:nvPr/>
        </p:nvSpPr>
        <p:spPr>
          <a:xfrm>
            <a:off x="581025" y="1403498"/>
            <a:ext cx="81493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These mechanisms preserve content </a:t>
            </a:r>
            <a:r>
              <a:rPr lang="en-US" b="1" dirty="0"/>
              <a:t>indefinitely</a:t>
            </a:r>
            <a:r>
              <a:rPr lang="en-US" dirty="0"/>
              <a:t> until a hold is removed.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Types of holds: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Litigation Hold (Exchange)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eDiscovery (Standard or Premium) holds applied to custodians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Microsoft Teams/SharePoint/OneDrive preservation within an eDiscovery case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Holds override retention policies — content cannot be deleted while on hold.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1992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7624D-0FAE-4A82-FE40-5287CDD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5D5D5-0172-A7BA-47CB-63CCAA35C559}"/>
              </a:ext>
            </a:extLst>
          </p:cNvPr>
          <p:cNvSpPr txBox="1"/>
          <p:nvPr/>
        </p:nvSpPr>
        <p:spPr>
          <a:xfrm>
            <a:off x="5185458" y="2615877"/>
            <a:ext cx="62256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Retention in Azure Storage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2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07D2BB-B891-DFF4-58EA-CC49E906B6B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011859" y="6309519"/>
            <a:ext cx="2078736" cy="365125"/>
          </a:xfrm>
        </p:spPr>
        <p:txBody>
          <a:bodyPr/>
          <a:lstStyle/>
          <a:p>
            <a:r>
              <a:rPr lang="en-US"/>
              <a:t>Microsoft Purview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DCE50-AFC9-C35F-75A7-C4D4F1F886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12571" y="6309519"/>
            <a:ext cx="399288" cy="365125"/>
          </a:xfrm>
        </p:spPr>
        <p:txBody>
          <a:bodyPr/>
          <a:lstStyle/>
          <a:p>
            <a:fld id="{B1356FBF-028C-F74E-A7B4-9B8ED246DD1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B26E6D-50EB-A774-6BF4-DB2F5B96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Retention Options in Azure Storage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81438-5FDA-521E-C5A6-E604B7D1D6E0}"/>
              </a:ext>
            </a:extLst>
          </p:cNvPr>
          <p:cNvSpPr txBox="1"/>
          <p:nvPr/>
        </p:nvSpPr>
        <p:spPr>
          <a:xfrm>
            <a:off x="581025" y="1456660"/>
            <a:ext cx="8553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Azure Storage provides multiple ways to retain, protect, and </a:t>
            </a:r>
          </a:p>
          <a:p>
            <a:pPr fontAlgn="t"/>
            <a:r>
              <a:rPr lang="en-US" dirty="0"/>
              <a:t>govern data — especially in </a:t>
            </a:r>
            <a:r>
              <a:rPr lang="en-US" b="1" dirty="0"/>
              <a:t>Azure Blob Storage</a:t>
            </a:r>
            <a:r>
              <a:rPr lang="en-US" dirty="0"/>
              <a:t> and </a:t>
            </a:r>
            <a:r>
              <a:rPr lang="en-US" b="1" dirty="0"/>
              <a:t>Azure Data Lake Storage Gen2</a:t>
            </a:r>
            <a:r>
              <a:rPr lang="en-US" dirty="0"/>
              <a:t>. </a:t>
            </a:r>
          </a:p>
          <a:p>
            <a:pPr fontAlgn="t"/>
            <a:r>
              <a:rPr lang="en-US" dirty="0"/>
              <a:t>These capabilities help meet compliance, legal, and operational requirements.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55737A-B9D2-7A61-E2D3-C945901A8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763693"/>
              </p:ext>
            </p:extLst>
          </p:nvPr>
        </p:nvGraphicFramePr>
        <p:xfrm>
          <a:off x="697632" y="2573561"/>
          <a:ext cx="9098252" cy="391852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274563">
                  <a:extLst>
                    <a:ext uri="{9D8B030D-6E8A-4147-A177-3AD203B41FA5}">
                      <a16:colId xmlns:a16="http://schemas.microsoft.com/office/drawing/2014/main" val="1533065094"/>
                    </a:ext>
                  </a:extLst>
                </a:gridCol>
                <a:gridCol w="2274563">
                  <a:extLst>
                    <a:ext uri="{9D8B030D-6E8A-4147-A177-3AD203B41FA5}">
                      <a16:colId xmlns:a16="http://schemas.microsoft.com/office/drawing/2014/main" val="786573988"/>
                    </a:ext>
                  </a:extLst>
                </a:gridCol>
                <a:gridCol w="2274563">
                  <a:extLst>
                    <a:ext uri="{9D8B030D-6E8A-4147-A177-3AD203B41FA5}">
                      <a16:colId xmlns:a16="http://schemas.microsoft.com/office/drawing/2014/main" val="17270284"/>
                    </a:ext>
                  </a:extLst>
                </a:gridCol>
                <a:gridCol w="2274563">
                  <a:extLst>
                    <a:ext uri="{9D8B030D-6E8A-4147-A177-3AD203B41FA5}">
                      <a16:colId xmlns:a16="http://schemas.microsoft.com/office/drawing/2014/main" val="1069591068"/>
                    </a:ext>
                  </a:extLst>
                </a:gridCol>
              </a:tblGrid>
              <a:tr h="28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Capability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Prevent Deletion?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Typical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515056976"/>
                  </a:ext>
                </a:extLst>
              </a:tr>
              <a:tr h="49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Immutable Storage (WORM)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Regulatory retention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✔ Yes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Compliance, finance, audit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218682301"/>
                  </a:ext>
                </a:extLst>
              </a:tr>
              <a:tr h="28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Blob Soft Delete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Recover deleted items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Accidents, user errors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998411920"/>
                  </a:ext>
                </a:extLst>
              </a:tr>
              <a:tr h="49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Container Soft Delete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Recover deleted containers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Admin error recovery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877773870"/>
                  </a:ext>
                </a:extLst>
              </a:tr>
              <a:tr h="28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Blob Versioning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Historical versions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Overwrite protection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947974514"/>
                  </a:ext>
                </a:extLst>
              </a:tr>
              <a:tr h="28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Snapshots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Point-in-time copies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Backups / baselines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977857322"/>
                  </a:ext>
                </a:extLst>
              </a:tr>
              <a:tr h="284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Lifecycle Management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Auto-delete or tiering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Cost control, expiry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464770999"/>
                  </a:ext>
                </a:extLst>
              </a:tr>
              <a:tr h="49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Archive Tier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Long-term, cheap retention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✖ No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Cold storage, archives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54032367"/>
                  </a:ext>
                </a:extLst>
              </a:tr>
              <a:tr h="49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Azure Backup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Long-term protected retention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✔ Yes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Compliance backup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84554405"/>
                  </a:ext>
                </a:extLst>
              </a:tr>
              <a:tr h="498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Azure Policy</a:t>
                      </a:r>
                      <a:endParaRPr lang="en-US" sz="12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Governance enforcement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—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Compliance &amp; automation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325968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42772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16727A-BF15-C7A6-9F1E-3DAFF706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Immutable Storage (Write Once, Read Many – WORM)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743E6-BDAE-6F90-A6AB-3E617B5BD9AE}"/>
              </a:ext>
            </a:extLst>
          </p:cNvPr>
          <p:cNvSpPr txBox="1"/>
          <p:nvPr/>
        </p:nvSpPr>
        <p:spPr>
          <a:xfrm>
            <a:off x="474348" y="1231206"/>
            <a:ext cx="691112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Immutable storage ensures that data </a:t>
            </a:r>
            <a:r>
              <a:rPr lang="en-US" b="1" dirty="0"/>
              <a:t>cannot be modified or </a:t>
            </a:r>
          </a:p>
          <a:p>
            <a:pPr fontAlgn="t"/>
            <a:r>
              <a:rPr lang="en-US" b="1" dirty="0"/>
              <a:t>deleted</a:t>
            </a:r>
            <a:r>
              <a:rPr lang="en-US" dirty="0"/>
              <a:t> for a defined period.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Two types exist:</a:t>
            </a:r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Time-based retention policies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You set a fixed retention period (e.g., 30 days, 7 years).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Data cannot be deleted or modified during this time.</a:t>
            </a:r>
          </a:p>
          <a:p>
            <a:pPr fontAlgn="t"/>
            <a:endParaRPr lang="en-US" b="1" dirty="0"/>
          </a:p>
          <a:p>
            <a:pPr fontAlgn="t"/>
            <a:r>
              <a:rPr lang="en-US" b="1" dirty="0"/>
              <a:t>Legal hold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Instead of a timeframe, you apply a legal hold tag (e.g., Case123).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Data stays immutable until the legal hold is removed.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Used heavily for: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Financial compliance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Regulatory audit requirements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Forensics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Logging and analytics data that must not be altered</a:t>
            </a:r>
          </a:p>
        </p:txBody>
      </p:sp>
    </p:spTree>
    <p:extLst>
      <p:ext uri="{BB962C8B-B14F-4D97-AF65-F5344CB8AC3E}">
        <p14:creationId xmlns:p14="http://schemas.microsoft.com/office/powerpoint/2010/main" val="3908954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3F4AB6-18C8-4BAB-B176-0E826E11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Soft Delete (Recovery of Deleted Data)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DF4C6-89FB-62E2-8F31-FBEDA8E42B89}"/>
              </a:ext>
            </a:extLst>
          </p:cNvPr>
          <p:cNvSpPr txBox="1"/>
          <p:nvPr/>
        </p:nvSpPr>
        <p:spPr>
          <a:xfrm>
            <a:off x="612571" y="1403498"/>
            <a:ext cx="610218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Protects against accidental deletion.</a:t>
            </a:r>
          </a:p>
          <a:p>
            <a:pPr fontAlgn="t"/>
            <a:endParaRPr lang="en-US" dirty="0"/>
          </a:p>
          <a:p>
            <a:pPr fontAlgn="t"/>
            <a:r>
              <a:rPr lang="en-US" b="1" dirty="0"/>
              <a:t>Types:</a:t>
            </a:r>
          </a:p>
          <a:p>
            <a:pPr fontAlgn="t"/>
            <a:endParaRPr lang="en-US" b="1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Blob soft delete</a:t>
            </a:r>
            <a:r>
              <a:rPr lang="en-US" dirty="0"/>
              <a:t> → recover deleted blobs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Container soft delete</a:t>
            </a:r>
            <a:r>
              <a:rPr lang="en-US" dirty="0"/>
              <a:t> → recover deleted containers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File share soft delete</a:t>
            </a:r>
            <a:r>
              <a:rPr lang="en-US" dirty="0"/>
              <a:t> → recover deleted Azure Files items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You specify a retention period (e.g., 7–365 days).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This is similar to a “recycle bin” for Azure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96605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EE70D6-4619-CF00-98E0-296D7720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Blob Versioning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71CDF-3E21-F4A1-E0DD-C84F5EFE0A51}"/>
              </a:ext>
            </a:extLst>
          </p:cNvPr>
          <p:cNvSpPr txBox="1"/>
          <p:nvPr/>
        </p:nvSpPr>
        <p:spPr>
          <a:xfrm>
            <a:off x="464067" y="1743740"/>
            <a:ext cx="792704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Blob versioning creates a new version automatically each time a blob changes.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This gives: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Protection from accidental overwrite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Ability to restore previous versions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Auditability of changes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Versioning works together with soft delete for very strong data protection.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80621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0014F5-36EB-4E57-04A0-3C3D99B4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Blob Snapshots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5F6A6-442F-2B43-F0CC-C100D4D7940D}"/>
              </a:ext>
            </a:extLst>
          </p:cNvPr>
          <p:cNvSpPr txBox="1"/>
          <p:nvPr/>
        </p:nvSpPr>
        <p:spPr>
          <a:xfrm>
            <a:off x="612571" y="1562986"/>
            <a:ext cx="598894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dirty="0"/>
              <a:t>A snapshot is a read-only copy of a blob at a point in time.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Used for:</a:t>
            </a:r>
          </a:p>
          <a:p>
            <a:pPr fontAlgn="t"/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Manual or automated backups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Operational restore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Storing baselines for analytics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Snapshots can be used to restore data but </a:t>
            </a:r>
            <a:r>
              <a:rPr lang="en-US" b="1" dirty="0"/>
              <a:t>do not prevent</a:t>
            </a:r>
          </a:p>
          <a:p>
            <a:pPr fontAlgn="t"/>
            <a:r>
              <a:rPr lang="en-US" b="1" dirty="0"/>
              <a:t>deletion</a:t>
            </a:r>
            <a:r>
              <a:rPr lang="en-US" dirty="0"/>
              <a:t> unless combined with soft delete or immutability.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9881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70243-B772-3411-9305-DEBAB4BD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Azure Backup for Blob Storage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87FA0-8ABC-4980-2494-1841F3A547DB}"/>
              </a:ext>
            </a:extLst>
          </p:cNvPr>
          <p:cNvSpPr txBox="1"/>
          <p:nvPr/>
        </p:nvSpPr>
        <p:spPr>
          <a:xfrm>
            <a:off x="612571" y="1477926"/>
            <a:ext cx="64527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Backup provides: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Retention across days, weeks, months,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Operational and long-term retention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Protection that is “vaulted” and isolated</a:t>
            </a:r>
          </a:p>
          <a:p>
            <a:endParaRPr lang="en-US" dirty="0"/>
          </a:p>
          <a:p>
            <a:r>
              <a:rPr lang="en-US" dirty="0"/>
              <a:t>This adds backup‑style retention on top of native Blob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2096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9C384A-0F6B-C420-7D97-7DD9E099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Azure Storage Lifecycle Management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AB421-96C0-9F47-0EFB-A6B6E18087E5}"/>
              </a:ext>
            </a:extLst>
          </p:cNvPr>
          <p:cNvSpPr txBox="1"/>
          <p:nvPr/>
        </p:nvSpPr>
        <p:spPr>
          <a:xfrm>
            <a:off x="612571" y="1435395"/>
            <a:ext cx="659154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Lifecycle Management automates movement or deletion of data.</a:t>
            </a:r>
          </a:p>
          <a:p>
            <a:endParaRPr lang="en-US" dirty="0"/>
          </a:p>
          <a:p>
            <a:r>
              <a:rPr lang="en-US" dirty="0"/>
              <a:t>Rules can: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Move data</a:t>
            </a:r>
            <a:r>
              <a:rPr lang="en-US" dirty="0"/>
              <a:t> to cooler tiers (Cool, Archive)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Delete data</a:t>
            </a:r>
            <a:r>
              <a:rPr lang="en-US" dirty="0"/>
              <a:t> after a retention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Move data based on last modified time</a:t>
            </a:r>
            <a:endParaRPr lang="en-US" dirty="0"/>
          </a:p>
          <a:p>
            <a:endParaRPr lang="en-US" dirty="0"/>
          </a:p>
          <a:p>
            <a:r>
              <a:rPr lang="en-US" dirty="0"/>
              <a:t>Apply rules per container, prefix, or metadata filter</a:t>
            </a:r>
          </a:p>
          <a:p>
            <a:endParaRPr lang="en-US" dirty="0"/>
          </a:p>
          <a:p>
            <a:r>
              <a:rPr lang="en-US" dirty="0"/>
              <a:t>This is used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large, time-based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cleanup after the required retention period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6670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2ACFD7-95B2-D3AE-C08C-420A884C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Azure Archive Tier (Long-Term Retention)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5E30E-F719-D8C9-998A-546747D5FB48}"/>
              </a:ext>
            </a:extLst>
          </p:cNvPr>
          <p:cNvSpPr txBox="1"/>
          <p:nvPr/>
        </p:nvSpPr>
        <p:spPr>
          <a:xfrm>
            <a:off x="581025" y="1350335"/>
            <a:ext cx="61300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Archive tier is designed for long-term, low-cost storage.</a:t>
            </a:r>
          </a:p>
          <a:p>
            <a:endParaRPr lang="en-US" dirty="0"/>
          </a:p>
          <a:p>
            <a:r>
              <a:rPr lang="en-US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Cheapest 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offline and must be rehydrated before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used for multiple-year retention scenarios</a:t>
            </a:r>
          </a:p>
          <a:p>
            <a:endParaRPr lang="en-US" dirty="0"/>
          </a:p>
          <a:p>
            <a:r>
              <a:rPr lang="en-US" dirty="0"/>
              <a:t>Typical 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Backup archives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log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Regulatory holding of old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875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7E0450-45EA-7E1B-F1D0-BE37418A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444398" cy="549275"/>
          </a:xfrm>
        </p:spPr>
        <p:txBody>
          <a:bodyPr/>
          <a:lstStyle/>
          <a:p>
            <a:r>
              <a:rPr lang="en-US" b="1" dirty="0"/>
              <a:t>8. Data Lake Gen2 Access Control + Governance Integration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92636-2C95-B2E7-7D29-E13A3312C3B7}"/>
              </a:ext>
            </a:extLst>
          </p:cNvPr>
          <p:cNvSpPr txBox="1"/>
          <p:nvPr/>
        </p:nvSpPr>
        <p:spPr>
          <a:xfrm>
            <a:off x="581025" y="1711842"/>
            <a:ext cx="69145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ADLS Gen2 adds: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ACLs (POSIX-style permissions)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</a:t>
            </a:r>
            <a:r>
              <a:rPr lang="en-US" b="1" dirty="0"/>
              <a:t>Azure Purview (Microsoft Purview)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Metadata retention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Lineage governance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Policy enforcement</a:t>
            </a:r>
          </a:p>
          <a:p>
            <a:pPr lvl="1"/>
            <a:endParaRPr lang="en-US" dirty="0"/>
          </a:p>
          <a:p>
            <a:r>
              <a:rPr lang="en-US" dirty="0"/>
              <a:t>While not strictly retention, Purview provides lifecycle governance at</a:t>
            </a:r>
          </a:p>
          <a:p>
            <a:r>
              <a:rPr lang="en-US" dirty="0"/>
              <a:t>a metadata/compliance level.</a:t>
            </a:r>
          </a:p>
        </p:txBody>
      </p:sp>
    </p:spTree>
    <p:extLst>
      <p:ext uri="{BB962C8B-B14F-4D97-AF65-F5344CB8AC3E}">
        <p14:creationId xmlns:p14="http://schemas.microsoft.com/office/powerpoint/2010/main" val="32055716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4E53E-E57B-6F83-8EBA-D3C27C4E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Azure Policy for Retention Governance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2F7BA-9126-CD7D-5D09-4891FFFEDA14}"/>
              </a:ext>
            </a:extLst>
          </p:cNvPr>
          <p:cNvSpPr txBox="1"/>
          <p:nvPr/>
        </p:nvSpPr>
        <p:spPr>
          <a:xfrm>
            <a:off x="581025" y="1552353"/>
            <a:ext cx="45016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Policy can enforce: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Immutable storage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 delete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Versioning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Minimum retention periods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ensures organization-wide compliance.</a:t>
            </a:r>
          </a:p>
        </p:txBody>
      </p:sp>
    </p:spTree>
    <p:extLst>
      <p:ext uri="{BB962C8B-B14F-4D97-AF65-F5344CB8AC3E}">
        <p14:creationId xmlns:p14="http://schemas.microsoft.com/office/powerpoint/2010/main" val="299397471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BD1DB-4B74-5267-3856-F2830805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079A9-8C52-D773-57BC-42DF6AB4716F}"/>
              </a:ext>
            </a:extLst>
          </p:cNvPr>
          <p:cNvSpPr txBox="1"/>
          <p:nvPr/>
        </p:nvSpPr>
        <p:spPr>
          <a:xfrm>
            <a:off x="5185458" y="2615877"/>
            <a:ext cx="6805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Retention in Azure Databases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72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1E9F31-810D-6BE9-CE96-F7B97BE1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with Azure Databases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C3BB9E-B1DD-7306-2F92-07F919DF4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168529"/>
              </p:ext>
            </p:extLst>
          </p:nvPr>
        </p:nvGraphicFramePr>
        <p:xfrm>
          <a:off x="379004" y="3523893"/>
          <a:ext cx="7893125" cy="173736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151544">
                  <a:extLst>
                    <a:ext uri="{9D8B030D-6E8A-4147-A177-3AD203B41FA5}">
                      <a16:colId xmlns:a16="http://schemas.microsoft.com/office/drawing/2014/main" val="2257215327"/>
                    </a:ext>
                  </a:extLst>
                </a:gridCol>
                <a:gridCol w="2220322">
                  <a:extLst>
                    <a:ext uri="{9D8B030D-6E8A-4147-A177-3AD203B41FA5}">
                      <a16:colId xmlns:a16="http://schemas.microsoft.com/office/drawing/2014/main" val="2725352853"/>
                    </a:ext>
                  </a:extLst>
                </a:gridCol>
                <a:gridCol w="1798785">
                  <a:extLst>
                    <a:ext uri="{9D8B030D-6E8A-4147-A177-3AD203B41FA5}">
                      <a16:colId xmlns:a16="http://schemas.microsoft.com/office/drawing/2014/main" val="3347830489"/>
                    </a:ext>
                  </a:extLst>
                </a:gridCol>
                <a:gridCol w="1722474">
                  <a:extLst>
                    <a:ext uri="{9D8B030D-6E8A-4147-A177-3AD203B41FA5}">
                      <a16:colId xmlns:a16="http://schemas.microsoft.com/office/drawing/2014/main" val="1723032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Short‑term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Long‑term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Data‑level retention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42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Azure SQL DB /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PITR (7–35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LTR (up to 10 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0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PostgreSQL /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PITR (7–35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Azure Backup Vault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43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Cosmos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Periodic / 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30 days 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TTL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326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Any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Manual export + Blob policies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Unlimited (customer‑managed)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Depends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5030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0866E9-96E7-18BD-AA3C-CD15FAB5DFB6}"/>
              </a:ext>
            </a:extLst>
          </p:cNvPr>
          <p:cNvSpPr txBox="1"/>
          <p:nvPr/>
        </p:nvSpPr>
        <p:spPr>
          <a:xfrm>
            <a:off x="379004" y="1371601"/>
            <a:ext cx="7467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section contains a </a:t>
            </a:r>
            <a:r>
              <a:rPr lang="en-US" b="1" dirty="0"/>
              <a:t>practical, Azure‑wide overview of the retention methods you can use with databases in Azure</a:t>
            </a:r>
            <a:r>
              <a:rPr lang="en-US" dirty="0"/>
              <a:t>, grouped by database type and retention mechanism. It is focused on </a:t>
            </a:r>
            <a:r>
              <a:rPr lang="en-US" b="1" dirty="0"/>
              <a:t>native, supported retention capabilities</a:t>
            </a:r>
            <a:r>
              <a:rPr lang="en-US" dirty="0"/>
              <a:t> rather than generic backup theory.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7034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0F24-B2C0-36BC-368B-1479FD52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Azure SQL Database &amp; Azure SQL Managed Instance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2B2F2-EB36-0EF8-EC0E-B5A4962FE476}"/>
              </a:ext>
            </a:extLst>
          </p:cNvPr>
          <p:cNvSpPr txBox="1"/>
          <p:nvPr/>
        </p:nvSpPr>
        <p:spPr>
          <a:xfrm>
            <a:off x="581025" y="1148317"/>
            <a:ext cx="780367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Short‑Term Retention (PITR – Point‑in‑Time Restore)</a:t>
            </a:r>
          </a:p>
          <a:p>
            <a:r>
              <a:rPr lang="en-US" b="1" dirty="0"/>
              <a:t>What it is</a:t>
            </a:r>
            <a:r>
              <a:rPr lang="en-US" dirty="0"/>
              <a:t>: Automatic backups (full, differential, log) managed by Azure.</a:t>
            </a:r>
          </a:p>
          <a:p>
            <a:r>
              <a:rPr lang="en-US" b="1" dirty="0"/>
              <a:t>Retention</a:t>
            </a:r>
            <a:r>
              <a:rPr lang="en-US" dirty="0"/>
              <a:t>: 7–35 days depending on service tier.</a:t>
            </a:r>
            <a:endParaRPr lang="en-US" b="1" dirty="0"/>
          </a:p>
          <a:p>
            <a:r>
              <a:rPr lang="en-US" b="1" dirty="0"/>
              <a:t>Use case</a:t>
            </a:r>
            <a:r>
              <a:rPr lang="en-US" dirty="0"/>
              <a:t>: Operational recovery (accidental deletes, bad deployments).</a:t>
            </a:r>
          </a:p>
          <a:p>
            <a:r>
              <a:rPr lang="en-US" b="1" dirty="0"/>
              <a:t>Restore</a:t>
            </a:r>
            <a:r>
              <a:rPr lang="en-US" dirty="0"/>
              <a:t>: Restore to any point within the retention window as a </a:t>
            </a:r>
            <a:r>
              <a:rPr lang="en-US" b="1" dirty="0"/>
              <a:t>new database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/>
              <a:t>Long‑Term Retention (LTR)</a:t>
            </a:r>
            <a:endParaRPr lang="en-US" u="sng" dirty="0"/>
          </a:p>
          <a:p>
            <a:r>
              <a:rPr lang="en-US" b="1" dirty="0"/>
              <a:t>What it is</a:t>
            </a:r>
            <a:r>
              <a:rPr lang="en-US" dirty="0"/>
              <a:t>: Copies of full backups stored separately in Azure Blob Storage.</a:t>
            </a:r>
          </a:p>
          <a:p>
            <a:r>
              <a:rPr lang="en-US" b="1" dirty="0"/>
              <a:t>Retention</a:t>
            </a:r>
            <a:r>
              <a:rPr lang="en-US" dirty="0"/>
              <a:t>: Weekly / Monthly / Yearly policies - Up to </a:t>
            </a:r>
            <a:r>
              <a:rPr lang="en-US" b="1" dirty="0"/>
              <a:t>10 years</a:t>
            </a:r>
            <a:endParaRPr lang="en-US" dirty="0"/>
          </a:p>
          <a:p>
            <a:r>
              <a:rPr lang="en-US" b="1" dirty="0"/>
              <a:t>Use case</a:t>
            </a:r>
            <a:r>
              <a:rPr lang="en-US" dirty="0"/>
              <a:t>: Compliance, legal hold, audit requirements.</a:t>
            </a:r>
          </a:p>
          <a:p>
            <a:r>
              <a:rPr lang="en-US" b="1" dirty="0"/>
              <a:t>Applies to</a:t>
            </a:r>
            <a:r>
              <a:rPr lang="en-US" dirty="0"/>
              <a:t>: Azure SQL Database, Azure SQL Managed Instance</a:t>
            </a:r>
          </a:p>
          <a:p>
            <a:r>
              <a:rPr lang="en-US" b="1" dirty="0"/>
              <a:t>Restore</a:t>
            </a:r>
            <a:r>
              <a:rPr lang="en-US" dirty="0"/>
              <a:t>: Restore any retained backup as a new database.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Manual / Copy‑only Backups</a:t>
            </a:r>
          </a:p>
          <a:p>
            <a:r>
              <a:rPr lang="en-US" dirty="0"/>
              <a:t>Export to </a:t>
            </a:r>
            <a:r>
              <a:rPr lang="en-US" b="1" dirty="0"/>
              <a:t>Azure Blob Storage</a:t>
            </a:r>
            <a:r>
              <a:rPr lang="en-US" dirty="0"/>
              <a:t> (e.g., .</a:t>
            </a:r>
            <a:r>
              <a:rPr lang="en-US" dirty="0" err="1"/>
              <a:t>bacpac</a:t>
            </a:r>
            <a:r>
              <a:rPr lang="en-US" dirty="0"/>
              <a:t>).</a:t>
            </a:r>
          </a:p>
          <a:p>
            <a:r>
              <a:rPr lang="en-US" dirty="0"/>
              <a:t>Useful when:</a:t>
            </a:r>
          </a:p>
          <a:p>
            <a:pPr lvl="1"/>
            <a:r>
              <a:rPr lang="en-US" dirty="0"/>
              <a:t>You need </a:t>
            </a:r>
            <a:r>
              <a:rPr lang="en-US" b="1" dirty="0"/>
              <a:t>external control</a:t>
            </a:r>
            <a:r>
              <a:rPr lang="en-US" dirty="0"/>
              <a:t> of retention</a:t>
            </a:r>
          </a:p>
          <a:p>
            <a:pPr lvl="1"/>
            <a:r>
              <a:rPr lang="en-US" dirty="0"/>
              <a:t>You want immutable storage or cross‑tenant retention</a:t>
            </a:r>
          </a:p>
          <a:p>
            <a:r>
              <a:rPr lang="en-US" dirty="0"/>
              <a:t>Not automated by default. </a:t>
            </a:r>
            <a:r>
              <a:rPr lang="en-US" dirty="0">
                <a:hlinkClick r:id="rId2"/>
              </a:rPr>
              <a:t>[learn.microsoft.com]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32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7185-8387-15D8-0FC9-82B1389F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Azure Database for PostgreSQL &amp; MySQL (PaaS)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AB474-9249-B9EB-8405-B3787D18716A}"/>
              </a:ext>
            </a:extLst>
          </p:cNvPr>
          <p:cNvSpPr txBox="1"/>
          <p:nvPr/>
        </p:nvSpPr>
        <p:spPr>
          <a:xfrm>
            <a:off x="581025" y="1339702"/>
            <a:ext cx="798205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Built‑in Automated Backups (PITR)</a:t>
            </a:r>
          </a:p>
          <a:p>
            <a:r>
              <a:rPr lang="en-US" b="1" dirty="0"/>
              <a:t>Retention</a:t>
            </a:r>
            <a:r>
              <a:rPr lang="en-US" dirty="0"/>
              <a:t>: 7–35 days (configurable)</a:t>
            </a:r>
          </a:p>
          <a:p>
            <a:r>
              <a:rPr lang="en-US" b="1" dirty="0"/>
              <a:t>Restore</a:t>
            </a:r>
            <a:r>
              <a:rPr lang="en-US" dirty="0"/>
              <a:t>: Point‑in‑time restore within retention window</a:t>
            </a:r>
          </a:p>
          <a:p>
            <a:r>
              <a:rPr lang="en-US" b="1" dirty="0"/>
              <a:t>Use case</a:t>
            </a:r>
            <a:r>
              <a:rPr lang="en-US" dirty="0"/>
              <a:t>: Day‑to‑day operational recovery</a:t>
            </a:r>
          </a:p>
          <a:p>
            <a:br>
              <a:rPr lang="en-US" dirty="0"/>
            </a:br>
            <a:r>
              <a:rPr lang="en-US" u="sng" dirty="0"/>
              <a:t>Long‑Term Retention via Azure Backup (Vaulted Backups)</a:t>
            </a:r>
          </a:p>
          <a:p>
            <a:r>
              <a:rPr lang="en-US" b="1" dirty="0"/>
              <a:t>What it is</a:t>
            </a:r>
            <a:r>
              <a:rPr lang="en-US" dirty="0"/>
              <a:t>: Azure Backup vault stores </a:t>
            </a:r>
            <a:r>
              <a:rPr lang="en-US" b="1" dirty="0"/>
              <a:t>logical backups</a:t>
            </a:r>
            <a:r>
              <a:rPr lang="en-US" dirty="0"/>
              <a:t> (e.g. </a:t>
            </a:r>
            <a:r>
              <a:rPr lang="en-US" dirty="0" err="1"/>
              <a:t>pg_dump</a:t>
            </a:r>
            <a:r>
              <a:rPr lang="en-US" dirty="0"/>
              <a:t>)</a:t>
            </a:r>
          </a:p>
          <a:p>
            <a:r>
              <a:rPr lang="en-US" b="1" dirty="0"/>
              <a:t>Retention</a:t>
            </a:r>
            <a:r>
              <a:rPr lang="en-US" dirty="0"/>
              <a:t>: Weekly / Monthly / Yearly - Up to </a:t>
            </a:r>
            <a:r>
              <a:rPr lang="en-US" b="1" dirty="0"/>
              <a:t>10 years</a:t>
            </a:r>
            <a:endParaRPr lang="en-US" dirty="0"/>
          </a:p>
          <a:p>
            <a:r>
              <a:rPr lang="en-US" b="1" dirty="0"/>
              <a:t>Use case</a:t>
            </a:r>
            <a:r>
              <a:rPr lang="en-US" dirty="0"/>
              <a:t>: Compliance, long‑term archiving</a:t>
            </a:r>
          </a:p>
          <a:p>
            <a:r>
              <a:rPr lang="en-US" b="1" dirty="0"/>
              <a:t>Restore </a:t>
            </a:r>
            <a:r>
              <a:rPr lang="en-US" b="1" dirty="0" err="1"/>
              <a:t>model</a:t>
            </a:r>
            <a:r>
              <a:rPr lang="en-US" dirty="0" err="1"/>
              <a:t>:Restore</a:t>
            </a:r>
            <a:r>
              <a:rPr lang="en-US" dirty="0"/>
              <a:t> backup files → restore into PostgreSQL/MySQL instance</a:t>
            </a:r>
          </a:p>
          <a:p>
            <a:r>
              <a:rPr lang="en-US" b="1" dirty="0"/>
              <a:t>Applies </a:t>
            </a:r>
            <a:r>
              <a:rPr lang="en-US" b="1" dirty="0" err="1"/>
              <a:t>to</a:t>
            </a:r>
            <a:r>
              <a:rPr lang="en-US" dirty="0" err="1"/>
              <a:t>:PostgreSQL</a:t>
            </a:r>
            <a:r>
              <a:rPr lang="en-US" dirty="0"/>
              <a:t> Flexible Server, MySQL Flexible Server</a:t>
            </a:r>
            <a:br>
              <a:rPr lang="en-US" dirty="0"/>
            </a:br>
            <a:r>
              <a:rPr lang="en-US" b="1" u="sng" dirty="0"/>
              <a:t>Stop Backup but Retain Data</a:t>
            </a:r>
          </a:p>
          <a:p>
            <a:endParaRPr lang="en-US" dirty="0"/>
          </a:p>
          <a:p>
            <a:r>
              <a:rPr lang="en-US" dirty="0"/>
              <a:t>You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Stop backups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 existing recovery points </a:t>
            </a:r>
            <a:r>
              <a:rPr lang="en-US" b="1" dirty="0"/>
              <a:t>forever</a:t>
            </a:r>
            <a:r>
              <a:rPr lang="en-US" dirty="0"/>
              <a:t> (billable)</a:t>
            </a:r>
          </a:p>
          <a:p>
            <a:r>
              <a:rPr lang="en-US" dirty="0"/>
              <a:t>Useful for:</a:t>
            </a:r>
          </a:p>
          <a:p>
            <a:pPr lvl="1"/>
            <a:r>
              <a:rPr lang="en-US" dirty="0"/>
              <a:t>Decommissioned systems under legal hold</a:t>
            </a:r>
          </a:p>
        </p:txBody>
      </p:sp>
    </p:spTree>
    <p:extLst>
      <p:ext uri="{BB962C8B-B14F-4D97-AF65-F5344CB8AC3E}">
        <p14:creationId xmlns:p14="http://schemas.microsoft.com/office/powerpoint/2010/main" val="27698590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13A6-384D-54D3-93AD-9F76B2A8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Azure Cosmos DB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C32BC-032E-7F11-397F-ED639A49E0E5}"/>
              </a:ext>
            </a:extLst>
          </p:cNvPr>
          <p:cNvSpPr txBox="1"/>
          <p:nvPr/>
        </p:nvSpPr>
        <p:spPr>
          <a:xfrm>
            <a:off x="581025" y="1424763"/>
            <a:ext cx="720453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Periodic Backup</a:t>
            </a:r>
            <a:endParaRPr lang="en-US" dirty="0"/>
          </a:p>
          <a:p>
            <a:r>
              <a:rPr lang="en-US" b="1" dirty="0"/>
              <a:t>Default</a:t>
            </a:r>
            <a:r>
              <a:rPr lang="en-US" dirty="0"/>
              <a:t>: Every 4 hours, Retains last 2 backups (8 hours)</a:t>
            </a:r>
          </a:p>
          <a:p>
            <a:r>
              <a:rPr lang="en-US" b="1" dirty="0"/>
              <a:t>Configurable</a:t>
            </a:r>
            <a:r>
              <a:rPr lang="en-US" dirty="0"/>
              <a:t>: Interval: 1–24 hours, Retention: up to 720 hours (30 days)</a:t>
            </a:r>
          </a:p>
          <a:p>
            <a:r>
              <a:rPr lang="en-US" b="1" dirty="0"/>
              <a:t>Restore</a:t>
            </a:r>
            <a:r>
              <a:rPr lang="en-US" dirty="0"/>
              <a:t>: Requires Azure support request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Continuous Backup</a:t>
            </a:r>
            <a:endParaRPr lang="en-US" dirty="0"/>
          </a:p>
          <a:p>
            <a:r>
              <a:rPr lang="en-US" b="1" dirty="0"/>
              <a:t>Retention</a:t>
            </a:r>
            <a:r>
              <a:rPr lang="en-US" dirty="0"/>
              <a:t>: Point‑in‑time restore up to </a:t>
            </a:r>
            <a:r>
              <a:rPr lang="en-US" b="1" dirty="0"/>
              <a:t>30 days</a:t>
            </a:r>
            <a:endParaRPr lang="en-US" dirty="0"/>
          </a:p>
          <a:p>
            <a:r>
              <a:rPr lang="en-US" b="1" dirty="0"/>
              <a:t>Restore</a:t>
            </a:r>
            <a:r>
              <a:rPr lang="en-US" dirty="0"/>
              <a:t>: Self‑service via Azure Portal</a:t>
            </a:r>
          </a:p>
          <a:p>
            <a:r>
              <a:rPr lang="en-US" b="1" dirty="0"/>
              <a:t>Limitations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Restores into a </a:t>
            </a:r>
            <a:r>
              <a:rPr lang="en-US" b="1" dirty="0"/>
              <a:t>new Cosmos DB account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supported for all APIs/configurations</a:t>
            </a:r>
          </a:p>
          <a:p>
            <a:br>
              <a:rPr lang="en-US" dirty="0"/>
            </a:br>
            <a:r>
              <a:rPr lang="en-US" b="1" dirty="0"/>
              <a:t>Time To Live (TTL) – Data‑Level Retention</a:t>
            </a:r>
            <a:endParaRPr lang="en-US" dirty="0"/>
          </a:p>
          <a:p>
            <a:r>
              <a:rPr lang="en-US" b="1" dirty="0"/>
              <a:t>What it is</a:t>
            </a:r>
            <a:r>
              <a:rPr lang="en-US" dirty="0"/>
              <a:t>: Automatic deletion of items after a defined time</a:t>
            </a:r>
          </a:p>
          <a:p>
            <a:r>
              <a:rPr lang="en-US" b="1" dirty="0"/>
              <a:t>Scope</a:t>
            </a:r>
            <a:r>
              <a:rPr lang="en-US" dirty="0"/>
              <a:t>: Container‑level or item‑level</a:t>
            </a:r>
          </a:p>
          <a:p>
            <a:r>
              <a:rPr lang="en-US" b="1" dirty="0"/>
              <a:t>Use case</a:t>
            </a:r>
            <a:r>
              <a:rPr lang="en-US" dirty="0"/>
              <a:t>: Data minimization (e.g. telemetry, logs, GDPR)</a:t>
            </a:r>
          </a:p>
          <a:p>
            <a:r>
              <a:rPr lang="en-US" b="1" dirty="0"/>
              <a:t>Note</a:t>
            </a:r>
            <a:r>
              <a:rPr lang="en-US" dirty="0"/>
              <a:t>: This is </a:t>
            </a:r>
            <a:r>
              <a:rPr lang="en-US" b="1" dirty="0"/>
              <a:t>data lifecycle</a:t>
            </a:r>
            <a:r>
              <a:rPr lang="en-US" dirty="0"/>
              <a:t>, not backup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7590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51D1-FB95-2C1F-58C5-2BD6F072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Cross‑Cutting Retention Patterns (All Azure Databases)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C7155-C85A-ECCA-ED7E-58BF295BF7FD}"/>
              </a:ext>
            </a:extLst>
          </p:cNvPr>
          <p:cNvSpPr txBox="1"/>
          <p:nvPr/>
        </p:nvSpPr>
        <p:spPr>
          <a:xfrm>
            <a:off x="581025" y="1275906"/>
            <a:ext cx="656641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Export to Azure Storage with Lifecycle Policies</a:t>
            </a:r>
            <a:endParaRPr lang="en-US" u="sng" dirty="0"/>
          </a:p>
          <a:p>
            <a:r>
              <a:rPr lang="en-US" dirty="0"/>
              <a:t>Store backups in Blob Storage</a:t>
            </a:r>
          </a:p>
          <a:p>
            <a:r>
              <a:rPr lang="en-US" dirty="0"/>
              <a:t>Apply: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Retention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Immutability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Legal hold</a:t>
            </a:r>
          </a:p>
          <a:p>
            <a:r>
              <a:rPr lang="en-US" dirty="0"/>
              <a:t>Common for:</a:t>
            </a:r>
          </a:p>
          <a:p>
            <a:pPr lvl="1"/>
            <a:r>
              <a:rPr lang="en-US" dirty="0"/>
              <a:t>Highly regulated workloads </a:t>
            </a:r>
            <a:r>
              <a:rPr lang="en-US" dirty="0">
                <a:hlinkClick r:id="rId2"/>
              </a:rPr>
              <a:t>[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Immutable Backups (Preview / Service‑Specific)</a:t>
            </a:r>
            <a:endParaRPr lang="en-US" u="sng" dirty="0"/>
          </a:p>
          <a:p>
            <a:r>
              <a:rPr lang="en-US" dirty="0"/>
              <a:t>Azure SQL Database supports </a:t>
            </a:r>
            <a:r>
              <a:rPr lang="en-US" b="1" dirty="0"/>
              <a:t>immutable LTR backups</a:t>
            </a:r>
            <a:r>
              <a:rPr lang="en-US" dirty="0"/>
              <a:t> (preview).</a:t>
            </a:r>
          </a:p>
          <a:p>
            <a:r>
              <a:rPr lang="en-US" dirty="0"/>
              <a:t>Protects against: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Ransomware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Accidental deletion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0440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6012-7F6D-AB68-78AC-7344C70E0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7423F-BBE9-B608-0073-4EB93FAD5FFF}"/>
              </a:ext>
            </a:extLst>
          </p:cNvPr>
          <p:cNvSpPr txBox="1"/>
          <p:nvPr/>
        </p:nvSpPr>
        <p:spPr>
          <a:xfrm>
            <a:off x="5185458" y="2615877"/>
            <a:ext cx="393184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Retention </a:t>
            </a:r>
          </a:p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Azure Databases</a:t>
            </a:r>
          </a:p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</a:p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M365</a:t>
            </a:r>
          </a:p>
        </p:txBody>
      </p:sp>
    </p:spTree>
    <p:extLst>
      <p:ext uri="{BB962C8B-B14F-4D97-AF65-F5344CB8AC3E}">
        <p14:creationId xmlns:p14="http://schemas.microsoft.com/office/powerpoint/2010/main" val="3519079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32C445-E4B1-1529-87FE-EB194DE0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Databases and M365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29F0E-F2EB-8CC1-96C8-D17A49D47FA7}"/>
              </a:ext>
            </a:extLst>
          </p:cNvPr>
          <p:cNvSpPr txBox="1"/>
          <p:nvPr/>
        </p:nvSpPr>
        <p:spPr>
          <a:xfrm>
            <a:off x="421537" y="1397675"/>
            <a:ext cx="74193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section </a:t>
            </a:r>
            <a:r>
              <a:rPr lang="en-US" dirty="0" err="1"/>
              <a:t>disucsses</a:t>
            </a:r>
            <a:r>
              <a:rPr lang="en-US" dirty="0"/>
              <a:t> is a </a:t>
            </a:r>
            <a:r>
              <a:rPr lang="en-US" b="1" dirty="0"/>
              <a:t>side‑by‑side comparison of Azure database </a:t>
            </a:r>
          </a:p>
          <a:p>
            <a:r>
              <a:rPr lang="en-US" b="1" dirty="0"/>
              <a:t>retention vs Microsoft 365 (M365) retention</a:t>
            </a:r>
            <a:r>
              <a:rPr lang="en-US" dirty="0"/>
              <a:t>, focused on </a:t>
            </a:r>
            <a:r>
              <a:rPr lang="en-US" b="1" dirty="0"/>
              <a:t>purpose,</a:t>
            </a:r>
          </a:p>
          <a:p>
            <a:r>
              <a:rPr lang="en-US" b="1" dirty="0"/>
              <a:t>mechanics, recovery capabilities, and compliance impact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framing works well for </a:t>
            </a:r>
            <a:r>
              <a:rPr lang="en-US" b="1" dirty="0"/>
              <a:t>architecture discussions, compliance</a:t>
            </a:r>
          </a:p>
          <a:p>
            <a:r>
              <a:rPr lang="en-US" b="1" dirty="0"/>
              <a:t>workshops, and internal conversations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9E83AD-A08A-1F14-F0C8-C2574C42F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704950"/>
              </p:ext>
            </p:extLst>
          </p:nvPr>
        </p:nvGraphicFramePr>
        <p:xfrm>
          <a:off x="421537" y="3641651"/>
          <a:ext cx="9339151" cy="20116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874556">
                  <a:extLst>
                    <a:ext uri="{9D8B030D-6E8A-4147-A177-3AD203B41FA5}">
                      <a16:colId xmlns:a16="http://schemas.microsoft.com/office/drawing/2014/main" val="2385433501"/>
                    </a:ext>
                  </a:extLst>
                </a:gridCol>
                <a:gridCol w="3285460">
                  <a:extLst>
                    <a:ext uri="{9D8B030D-6E8A-4147-A177-3AD203B41FA5}">
                      <a16:colId xmlns:a16="http://schemas.microsoft.com/office/drawing/2014/main" val="524701659"/>
                    </a:ext>
                  </a:extLst>
                </a:gridCol>
                <a:gridCol w="3179135">
                  <a:extLst>
                    <a:ext uri="{9D8B030D-6E8A-4147-A177-3AD203B41FA5}">
                      <a16:colId xmlns:a16="http://schemas.microsoft.com/office/drawing/2014/main" val="1793175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Azure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Microsoft 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535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Primary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 protection &amp; recoverability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Information governance &amp; compliance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63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Designed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failure, corruption, operational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Legal hold, records management, lifecycle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278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Replacement for backup?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Yes (native backups)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 (not a backup)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0141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96368E-6BD2-AC8C-7B7B-A143CD552072}"/>
              </a:ext>
            </a:extLst>
          </p:cNvPr>
          <p:cNvSpPr txBox="1"/>
          <p:nvPr/>
        </p:nvSpPr>
        <p:spPr>
          <a:xfrm>
            <a:off x="421537" y="3272319"/>
            <a:ext cx="389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Difference: Why Retention Exists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9A162-B453-33D3-E5DB-DAA5134E310F}"/>
              </a:ext>
            </a:extLst>
          </p:cNvPr>
          <p:cNvSpPr txBox="1"/>
          <p:nvPr/>
        </p:nvSpPr>
        <p:spPr>
          <a:xfrm>
            <a:off x="421537" y="5773479"/>
            <a:ext cx="9580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retention is fundamentally about </a:t>
            </a:r>
            <a:r>
              <a:rPr lang="en-US" b="1" dirty="0"/>
              <a:t>being able to restore 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M365 retention is about </a:t>
            </a:r>
            <a:r>
              <a:rPr lang="en-US" b="1" dirty="0"/>
              <a:t>controlling how long content is kept or deleted</a:t>
            </a:r>
            <a:r>
              <a:rPr lang="en-US" dirty="0"/>
              <a:t>, not restoring systems.</a:t>
            </a:r>
          </a:p>
        </p:txBody>
      </p:sp>
    </p:spTree>
    <p:extLst>
      <p:ext uri="{BB962C8B-B14F-4D97-AF65-F5344CB8AC3E}">
        <p14:creationId xmlns:p14="http://schemas.microsoft.com/office/powerpoint/2010/main" val="59996658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BB29-4970-D722-B38E-91AE2CAB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Being Retained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409AE-F15F-B29F-E51B-D67298F817FC}"/>
              </a:ext>
            </a:extLst>
          </p:cNvPr>
          <p:cNvSpPr txBox="1"/>
          <p:nvPr/>
        </p:nvSpPr>
        <p:spPr>
          <a:xfrm>
            <a:off x="435936" y="1286010"/>
            <a:ext cx="53012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Azure Databases</a:t>
            </a:r>
          </a:p>
          <a:p>
            <a:pPr fontAlgn="t"/>
            <a:r>
              <a:rPr lang="en-US" dirty="0"/>
              <a:t>Retains </a:t>
            </a:r>
            <a:r>
              <a:rPr lang="en-US" b="1" dirty="0"/>
              <a:t>database backups</a:t>
            </a:r>
            <a:endParaRPr lang="en-US" dirty="0"/>
          </a:p>
          <a:p>
            <a:pPr fontAlgn="t"/>
            <a:r>
              <a:rPr lang="en-US" dirty="0"/>
              <a:t>Includes: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Full backups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Differential backups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Transaction logs (for PITR)</a:t>
            </a:r>
          </a:p>
          <a:p>
            <a:pPr fontAlgn="t"/>
            <a:r>
              <a:rPr lang="en-US" dirty="0"/>
              <a:t>Retained copies are </a:t>
            </a:r>
            <a:r>
              <a:rPr lang="en-US" b="1" dirty="0"/>
              <a:t>separate from the live database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5008D-F21B-F853-B46F-5E63C5EF7B58}"/>
              </a:ext>
            </a:extLst>
          </p:cNvPr>
          <p:cNvSpPr txBox="1"/>
          <p:nvPr/>
        </p:nvSpPr>
        <p:spPr>
          <a:xfrm>
            <a:off x="751145" y="3710762"/>
            <a:ext cx="80875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Microsoft 365</a:t>
            </a:r>
          </a:p>
          <a:p>
            <a:pPr fontAlgn="t"/>
            <a:r>
              <a:rPr lang="en-US" dirty="0"/>
              <a:t>Retains </a:t>
            </a:r>
            <a:r>
              <a:rPr lang="en-US" b="1" dirty="0"/>
              <a:t>content items</a:t>
            </a:r>
            <a:r>
              <a:rPr lang="en-US" dirty="0"/>
              <a:t>, not system state: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Emails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Teams messages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Copilot / AI interactions</a:t>
            </a:r>
          </a:p>
          <a:p>
            <a:pPr fontAlgn="t"/>
            <a:r>
              <a:rPr lang="en-US" dirty="0"/>
              <a:t>Content stays </a:t>
            </a:r>
            <a:r>
              <a:rPr lang="en-US" b="1" dirty="0"/>
              <a:t>in place</a:t>
            </a:r>
            <a:r>
              <a:rPr lang="en-US" dirty="0"/>
              <a:t>, with hidden preservation copies if modified or deleted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31640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3220-179D-4214-4C7B-8F907526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Retention Mechanics (How It Works)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E6EE2-9784-C9A2-FDA0-DD1D5ED4C030}"/>
              </a:ext>
            </a:extLst>
          </p:cNvPr>
          <p:cNvSpPr txBox="1"/>
          <p:nvPr/>
        </p:nvSpPr>
        <p:spPr>
          <a:xfrm>
            <a:off x="581025" y="1424763"/>
            <a:ext cx="66188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Azure Database Retention </a:t>
            </a:r>
            <a:r>
              <a:rPr lang="en-US" b="1" dirty="0"/>
              <a:t>Time‑based backups</a:t>
            </a:r>
            <a:endParaRPr lang="en-US" dirty="0"/>
          </a:p>
          <a:p>
            <a:pPr fontAlgn="t"/>
            <a:r>
              <a:rPr lang="en-US" dirty="0"/>
              <a:t>Retention windows: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Short‑term (PITR): typically 7–35 days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Long‑term (LTR): weekly / monthly / yearly, up to 10 years</a:t>
            </a:r>
          </a:p>
          <a:p>
            <a:pPr fontAlgn="t"/>
            <a:r>
              <a:rPr lang="en-US" dirty="0"/>
              <a:t>Backups are immutable copies stored outside the database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906FD-AC90-8F78-785B-73BB21008A64}"/>
              </a:ext>
            </a:extLst>
          </p:cNvPr>
          <p:cNvSpPr txBox="1"/>
          <p:nvPr/>
        </p:nvSpPr>
        <p:spPr>
          <a:xfrm>
            <a:off x="713593" y="3456088"/>
            <a:ext cx="105308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M365 Retention </a:t>
            </a:r>
            <a:r>
              <a:rPr lang="en-US" b="1" dirty="0"/>
              <a:t>Policy‑based enforcement</a:t>
            </a:r>
            <a:endParaRPr lang="en-US" dirty="0"/>
          </a:p>
          <a:p>
            <a:pPr fontAlgn="t"/>
            <a:r>
              <a:rPr lang="en-US" dirty="0"/>
              <a:t>Two main tools: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Retention policies (location‑based)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Retention labels (item‑based)</a:t>
            </a:r>
          </a:p>
          <a:p>
            <a:pPr fontAlgn="t"/>
            <a:r>
              <a:rPr lang="en-US" dirty="0"/>
              <a:t>Actions: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Retain only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Delete only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Retain then delete</a:t>
            </a:r>
          </a:p>
          <a:p>
            <a:pPr fontAlgn="t"/>
            <a:r>
              <a:rPr lang="en-US" dirty="0"/>
              <a:t>Preservation copies stored in hidden system locations (e.g. Recoverable Items, Preservation Hold Library)</a:t>
            </a:r>
          </a:p>
        </p:txBody>
      </p:sp>
    </p:spTree>
    <p:extLst>
      <p:ext uri="{BB962C8B-B14F-4D97-AF65-F5344CB8AC3E}">
        <p14:creationId xmlns:p14="http://schemas.microsoft.com/office/powerpoint/2010/main" val="185107118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4A09-061D-688F-FC09-9922723B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Restore &amp; Recovery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040F3F-F9F0-C1EF-92D0-A317BC87A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944821"/>
              </p:ext>
            </p:extLst>
          </p:nvPr>
        </p:nvGraphicFramePr>
        <p:xfrm>
          <a:off x="761777" y="2627567"/>
          <a:ext cx="9360418" cy="24688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3120139">
                  <a:extLst>
                    <a:ext uri="{9D8B030D-6E8A-4147-A177-3AD203B41FA5}">
                      <a16:colId xmlns:a16="http://schemas.microsoft.com/office/drawing/2014/main" val="2703758876"/>
                    </a:ext>
                  </a:extLst>
                </a:gridCol>
                <a:gridCol w="1974225">
                  <a:extLst>
                    <a:ext uri="{9D8B030D-6E8A-4147-A177-3AD203B41FA5}">
                      <a16:colId xmlns:a16="http://schemas.microsoft.com/office/drawing/2014/main" val="1547713029"/>
                    </a:ext>
                  </a:extLst>
                </a:gridCol>
                <a:gridCol w="4266054">
                  <a:extLst>
                    <a:ext uri="{9D8B030D-6E8A-4147-A177-3AD203B41FA5}">
                      <a16:colId xmlns:a16="http://schemas.microsoft.com/office/drawing/2014/main" val="1191360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Microsoft 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050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Point‑in‑time restore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853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Restore entire 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501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Restore to specific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Limited (manual, item‑based)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540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Restore after retention expires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649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Self‑service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⚠️ 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0690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A2121B-945F-A406-32BD-5E812469980A}"/>
              </a:ext>
            </a:extLst>
          </p:cNvPr>
          <p:cNvSpPr txBox="1"/>
          <p:nvPr/>
        </p:nvSpPr>
        <p:spPr>
          <a:xfrm>
            <a:off x="761777" y="1500704"/>
            <a:ext cx="85892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allows </a:t>
            </a:r>
            <a:r>
              <a:rPr lang="en-US" b="1" dirty="0"/>
              <a:t>full database restore to a specific point in time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M365 allows </a:t>
            </a:r>
            <a:r>
              <a:rPr lang="en-US" b="1" dirty="0"/>
              <a:t>finding retained items</a:t>
            </a:r>
            <a:r>
              <a:rPr lang="en-US" dirty="0"/>
              <a:t>, but not rewinding the system to a previous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6643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A985-FA1C-B1A6-A64A-60D9D6A7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Immutability &amp; Legal Hold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01DF4-F79B-DAC0-20C7-0E73A950B015}"/>
              </a:ext>
            </a:extLst>
          </p:cNvPr>
          <p:cNvSpPr txBox="1"/>
          <p:nvPr/>
        </p:nvSpPr>
        <p:spPr>
          <a:xfrm>
            <a:off x="581025" y="1339702"/>
            <a:ext cx="46710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Azure</a:t>
            </a:r>
          </a:p>
          <a:p>
            <a:pPr fontAlgn="t"/>
            <a:r>
              <a:rPr lang="en-US" dirty="0"/>
              <a:t>Long‑Term Retention backups can be: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Immutable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Stored independently of the database</a:t>
            </a:r>
          </a:p>
          <a:p>
            <a:pPr fontAlgn="t"/>
            <a:r>
              <a:rPr lang="en-US" dirty="0"/>
              <a:t>Protection against: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Ransomware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Accidental deletion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Admin mistakes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2434B-A390-D320-BAA0-A093C887A1A6}"/>
              </a:ext>
            </a:extLst>
          </p:cNvPr>
          <p:cNvSpPr txBox="1"/>
          <p:nvPr/>
        </p:nvSpPr>
        <p:spPr>
          <a:xfrm>
            <a:off x="1116418" y="4008475"/>
            <a:ext cx="61656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u="sng" dirty="0"/>
              <a:t>M365</a:t>
            </a:r>
          </a:p>
          <a:p>
            <a:pPr fontAlgn="t"/>
            <a:r>
              <a:rPr lang="en-US" dirty="0"/>
              <a:t>Retention labels can: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Declare content as records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dirty="0"/>
              <a:t>Prevent deletion or modification</a:t>
            </a:r>
          </a:p>
          <a:p>
            <a:pPr fontAlgn="t"/>
            <a:r>
              <a:rPr lang="en-US" dirty="0"/>
              <a:t>Immutability applies to </a:t>
            </a:r>
            <a:r>
              <a:rPr lang="en-US" b="1" dirty="0"/>
              <a:t>content</a:t>
            </a:r>
            <a:r>
              <a:rPr lang="en-US" dirty="0"/>
              <a:t>, not infrastructure</a:t>
            </a:r>
          </a:p>
          <a:p>
            <a:pPr fontAlgn="t"/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create independent copies outside Microsoft 365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621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F3B6-C5F8-54D3-6EA7-614789EC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Compliance &amp; Governance Fit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396B0B-4A8A-0B63-B985-048BEABB1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015359"/>
              </p:ext>
            </p:extLst>
          </p:nvPr>
        </p:nvGraphicFramePr>
        <p:xfrm>
          <a:off x="581025" y="2879297"/>
          <a:ext cx="8467282" cy="24688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822427">
                  <a:extLst>
                    <a:ext uri="{9D8B030D-6E8A-4147-A177-3AD203B41FA5}">
                      <a16:colId xmlns:a16="http://schemas.microsoft.com/office/drawing/2014/main" val="3160137782"/>
                    </a:ext>
                  </a:extLst>
                </a:gridCol>
                <a:gridCol w="2561413">
                  <a:extLst>
                    <a:ext uri="{9D8B030D-6E8A-4147-A177-3AD203B41FA5}">
                      <a16:colId xmlns:a16="http://schemas.microsoft.com/office/drawing/2014/main" val="1949359350"/>
                    </a:ext>
                  </a:extLst>
                </a:gridCol>
                <a:gridCol w="3083442">
                  <a:extLst>
                    <a:ext uri="{9D8B030D-6E8A-4147-A177-3AD203B41FA5}">
                      <a16:colId xmlns:a16="http://schemas.microsoft.com/office/drawing/2014/main" val="3925353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Azure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Microsoft 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430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Disaster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Core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Not designed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75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Legal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 Indirect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77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Records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052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minimization (delete on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63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Audit‑driven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Via LTR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Via policies &amp;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431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4EA613-5312-0D58-C9A0-F27EF7D6DAE3}"/>
              </a:ext>
            </a:extLst>
          </p:cNvPr>
          <p:cNvSpPr txBox="1"/>
          <p:nvPr/>
        </p:nvSpPr>
        <p:spPr>
          <a:xfrm>
            <a:off x="581025" y="1509823"/>
            <a:ext cx="5672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focuses on </a:t>
            </a:r>
            <a:r>
              <a:rPr lang="en-US" b="1" dirty="0"/>
              <a:t>recoverability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M365 focuses on </a:t>
            </a:r>
            <a:r>
              <a:rPr lang="en-US" b="1" dirty="0"/>
              <a:t>defensibility and lifecycle governance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904637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4278-407F-B63E-7A5C-BBA5ED3D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Typical Misconception (Important)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D281B-A6EC-1C89-1B6A-D49B694FB151}"/>
              </a:ext>
            </a:extLst>
          </p:cNvPr>
          <p:cNvSpPr txBox="1"/>
          <p:nvPr/>
        </p:nvSpPr>
        <p:spPr>
          <a:xfrm>
            <a:off x="581025" y="1850064"/>
            <a:ext cx="778392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b="1" dirty="0"/>
              <a:t>M365 retention ≠ backup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Retention policies: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guarantee recovery from ransomware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provide point‑in‑time restore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Can be misconfigured or removed by admins</a:t>
            </a:r>
          </a:p>
          <a:p>
            <a:pPr fontAlgn="t"/>
            <a:r>
              <a:rPr lang="en-US" dirty="0"/>
              <a:t>Microsoft and partners explicitly state that </a:t>
            </a:r>
            <a:r>
              <a:rPr lang="en-US" b="1" dirty="0"/>
              <a:t>retention is not a backup strategy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64007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A2F610-1193-44B2-A4F0-A119C8973799}">
  <ds:schemaRefs>
    <ds:schemaRef ds:uri="b1c3d6fc-5689-40cc-899d-3b916b4ff5bf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07c5dfa0-33a3-47dd-bfb7-87fb96739115"/>
    <ds:schemaRef ds:uri="http://schemas.microsoft.com/office/2006/documentManagement/types"/>
    <ds:schemaRef ds:uri="230e9df3-be65-4c73-a93b-d1236ebd677e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24541</TotalTime>
  <Words>2676</Words>
  <Application>Microsoft Macintosh PowerPoint</Application>
  <PresentationFormat>Widescreen</PresentationFormat>
  <Paragraphs>495</Paragraphs>
  <Slides>36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Segoe Sans Display</vt:lpstr>
      <vt:lpstr>Segoe Sans Small Semilight</vt:lpstr>
      <vt:lpstr>Segoe UI</vt:lpstr>
      <vt:lpstr>Title Slides</vt:lpstr>
      <vt:lpstr>think-cell Slide</vt:lpstr>
      <vt:lpstr>Governance and Compliance with Microsoft Purview  A getting started guide – Retention Policies in Azure and M365</vt:lpstr>
      <vt:lpstr>Retention – a definition</vt:lpstr>
      <vt:lpstr>PowerPoint Presentation</vt:lpstr>
      <vt:lpstr>Retention in Microsoft 365</vt:lpstr>
      <vt:lpstr>1. Retention Policies</vt:lpstr>
      <vt:lpstr>2. Retention Labels</vt:lpstr>
      <vt:lpstr>3. Retention Label Policies</vt:lpstr>
      <vt:lpstr>4. Auto-Labeling (Automatic Application of Labels)</vt:lpstr>
      <vt:lpstr>5. Adaptive Scopes</vt:lpstr>
      <vt:lpstr>6. Records Management (Advanced Retention)</vt:lpstr>
      <vt:lpstr>7. Preservation Holds (Litigation Hold / eDiscovery Hold)</vt:lpstr>
      <vt:lpstr>PowerPoint Presentation</vt:lpstr>
      <vt:lpstr>Retention Options in Azure Storage</vt:lpstr>
      <vt:lpstr>1. Immutable Storage (Write Once, Read Many – WORM)</vt:lpstr>
      <vt:lpstr>2. Soft Delete (Recovery of Deleted Data)</vt:lpstr>
      <vt:lpstr>3. Blob Versioning</vt:lpstr>
      <vt:lpstr>4. Blob Snapshots</vt:lpstr>
      <vt:lpstr>5. Azure Backup for Blob Storage</vt:lpstr>
      <vt:lpstr>6. Azure Storage Lifecycle Management</vt:lpstr>
      <vt:lpstr>7. Azure Archive Tier (Long-Term Retention)</vt:lpstr>
      <vt:lpstr>8. Data Lake Gen2 Access Control + Governance Integration</vt:lpstr>
      <vt:lpstr>9. Azure Policy for Retention Governance</vt:lpstr>
      <vt:lpstr>PowerPoint Presentation</vt:lpstr>
      <vt:lpstr>Retention with Azure Databases</vt:lpstr>
      <vt:lpstr>1. Azure SQL Database &amp; Azure SQL Managed Instance</vt:lpstr>
      <vt:lpstr>2. Azure Database for PostgreSQL &amp; MySQL (PaaS)</vt:lpstr>
      <vt:lpstr>3. Azure Cosmos DB</vt:lpstr>
      <vt:lpstr>4. Cross‑Cutting Retention Patterns (All Azure Databases)</vt:lpstr>
      <vt:lpstr>PowerPoint Presentation</vt:lpstr>
      <vt:lpstr>Azure Databases and M365</vt:lpstr>
      <vt:lpstr>1. What Is Being Retained</vt:lpstr>
      <vt:lpstr>2. Retention Mechanics (How It Works)</vt:lpstr>
      <vt:lpstr>3. Restore &amp; Recovery Capabilities</vt:lpstr>
      <vt:lpstr>4. Immutability &amp; Legal Hold</vt:lpstr>
      <vt:lpstr>5. Compliance &amp; Governance Fit</vt:lpstr>
      <vt:lpstr>6. Typical Misconception (Important)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MOD Administrator</cp:lastModifiedBy>
  <cp:revision>11</cp:revision>
  <cp:lastPrinted>2025-06-18T05:57:52Z</cp:lastPrinted>
  <dcterms:created xsi:type="dcterms:W3CDTF">2024-01-23T16:36:38Z</dcterms:created>
  <dcterms:modified xsi:type="dcterms:W3CDTF">2026-02-06T15:36:01Z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