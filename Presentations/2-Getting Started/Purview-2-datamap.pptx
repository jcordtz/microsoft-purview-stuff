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60"/>
  </p:notesMasterIdLst>
  <p:handoutMasterIdLst>
    <p:handoutMasterId r:id="rId61"/>
  </p:handoutMasterIdLst>
  <p:sldIdLst>
    <p:sldId id="2147477909" r:id="rId5"/>
    <p:sldId id="2147483489" r:id="rId6"/>
    <p:sldId id="2147483521" r:id="rId7"/>
    <p:sldId id="2147483461" r:id="rId8"/>
    <p:sldId id="2147483462" r:id="rId9"/>
    <p:sldId id="2147483463" r:id="rId10"/>
    <p:sldId id="2147483464" r:id="rId11"/>
    <p:sldId id="2147483465" r:id="rId12"/>
    <p:sldId id="2147483522" r:id="rId13"/>
    <p:sldId id="2147483467" r:id="rId14"/>
    <p:sldId id="2147483474" r:id="rId15"/>
    <p:sldId id="2147483473" r:id="rId16"/>
    <p:sldId id="2147483475" r:id="rId17"/>
    <p:sldId id="2147483479" r:id="rId18"/>
    <p:sldId id="2147483480" r:id="rId19"/>
    <p:sldId id="2147483481" r:id="rId20"/>
    <p:sldId id="2147483482" r:id="rId21"/>
    <p:sldId id="2147483483" r:id="rId22"/>
    <p:sldId id="2147483484" r:id="rId23"/>
    <p:sldId id="2147483485" r:id="rId24"/>
    <p:sldId id="2147483486" r:id="rId25"/>
    <p:sldId id="2147483487" r:id="rId26"/>
    <p:sldId id="2147483504" r:id="rId27"/>
    <p:sldId id="2147483505" r:id="rId28"/>
    <p:sldId id="2147483508" r:id="rId29"/>
    <p:sldId id="2147483509" r:id="rId30"/>
    <p:sldId id="2147483510" r:id="rId31"/>
    <p:sldId id="2147483511" r:id="rId32"/>
    <p:sldId id="2147483506" r:id="rId33"/>
    <p:sldId id="2147483468" r:id="rId34"/>
    <p:sldId id="2147483469" r:id="rId35"/>
    <p:sldId id="2147483470" r:id="rId36"/>
    <p:sldId id="2147483471" r:id="rId37"/>
    <p:sldId id="2147483472" r:id="rId38"/>
    <p:sldId id="2147483507" r:id="rId39"/>
    <p:sldId id="2147483503" r:id="rId40"/>
    <p:sldId id="2147483491" r:id="rId41"/>
    <p:sldId id="2147483500" r:id="rId42"/>
    <p:sldId id="2147483492" r:id="rId43"/>
    <p:sldId id="2147483493" r:id="rId44"/>
    <p:sldId id="2147483494" r:id="rId45"/>
    <p:sldId id="2147483495" r:id="rId46"/>
    <p:sldId id="2147483501" r:id="rId47"/>
    <p:sldId id="2147483502" r:id="rId48"/>
    <p:sldId id="2147483496" r:id="rId49"/>
    <p:sldId id="2147483497" r:id="rId50"/>
    <p:sldId id="2147483513" r:id="rId51"/>
    <p:sldId id="2147483512" r:id="rId52"/>
    <p:sldId id="2147483514" r:id="rId53"/>
    <p:sldId id="2147483515" r:id="rId54"/>
    <p:sldId id="2147483516" r:id="rId55"/>
    <p:sldId id="2147483517" r:id="rId56"/>
    <p:sldId id="2147483518" r:id="rId57"/>
    <p:sldId id="2147483519" r:id="rId58"/>
    <p:sldId id="214748352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147483489"/>
            <p14:sldId id="2147483521"/>
            <p14:sldId id="2147483461"/>
            <p14:sldId id="2147483462"/>
            <p14:sldId id="2147483463"/>
            <p14:sldId id="2147483464"/>
            <p14:sldId id="2147483465"/>
            <p14:sldId id="2147483522"/>
            <p14:sldId id="2147483467"/>
            <p14:sldId id="2147483474"/>
            <p14:sldId id="2147483473"/>
            <p14:sldId id="2147483475"/>
            <p14:sldId id="2147483479"/>
            <p14:sldId id="2147483480"/>
            <p14:sldId id="2147483481"/>
            <p14:sldId id="2147483482"/>
            <p14:sldId id="2147483483"/>
            <p14:sldId id="2147483484"/>
            <p14:sldId id="2147483485"/>
            <p14:sldId id="2147483486"/>
            <p14:sldId id="2147483487"/>
            <p14:sldId id="2147483504"/>
            <p14:sldId id="2147483505"/>
            <p14:sldId id="2147483508"/>
            <p14:sldId id="2147483509"/>
            <p14:sldId id="2147483510"/>
            <p14:sldId id="2147483511"/>
            <p14:sldId id="2147483506"/>
            <p14:sldId id="2147483468"/>
            <p14:sldId id="2147483469"/>
            <p14:sldId id="2147483470"/>
            <p14:sldId id="2147483471"/>
            <p14:sldId id="2147483472"/>
            <p14:sldId id="2147483507"/>
            <p14:sldId id="2147483503"/>
            <p14:sldId id="2147483491"/>
            <p14:sldId id="2147483500"/>
            <p14:sldId id="2147483492"/>
            <p14:sldId id="2147483493"/>
            <p14:sldId id="2147483494"/>
            <p14:sldId id="2147483495"/>
            <p14:sldId id="2147483501"/>
            <p14:sldId id="2147483502"/>
            <p14:sldId id="2147483496"/>
            <p14:sldId id="2147483497"/>
            <p14:sldId id="2147483513"/>
            <p14:sldId id="2147483512"/>
            <p14:sldId id="2147483514"/>
            <p14:sldId id="2147483515"/>
            <p14:sldId id="2147483516"/>
            <p14:sldId id="2147483517"/>
            <p14:sldId id="2147483518"/>
            <p14:sldId id="2147483519"/>
            <p14:sldId id="21474835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DAA"/>
    <a:srgbClr val="FFFDF9"/>
    <a:srgbClr val="0078D4"/>
    <a:srgbClr val="FFF8F3"/>
    <a:srgbClr val="C03BC4"/>
    <a:srgbClr val="CDC7BB"/>
    <a:srgbClr val="49C5B1"/>
    <a:srgbClr val="A84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A6947-47E1-AB4E-AE54-1B96CF7A0332}" v="26" dt="2026-02-18T18:11:21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3"/>
    <p:restoredTop sz="96849" autoAdjust="0"/>
  </p:normalViewPr>
  <p:slideViewPr>
    <p:cSldViewPr snapToGrid="0">
      <p:cViewPr varScale="1">
        <p:scale>
          <a:sx n="137" d="100"/>
          <a:sy n="137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undo custSel addSld delSld modSld sldOrd modMainMaster modSection">
      <pc:chgData name="Jan Cordtz" userId="b5e592fb-fc8b-4323-a97d-691438b2e2da" providerId="ADAL" clId="{4E22EDF5-2883-5D57-B9C7-04E66950367B}" dt="2026-02-18T18:15:22.211" v="19976" actId="1076"/>
      <pc:docMkLst>
        <pc:docMk/>
      </pc:docMkLst>
      <pc:sldChg chg="addSp modSp mod">
        <pc:chgData name="Jan Cordtz" userId="b5e592fb-fc8b-4323-a97d-691438b2e2da" providerId="ADAL" clId="{4E22EDF5-2883-5D57-B9C7-04E66950367B}" dt="2026-01-22T07:28:36.320" v="18917" actId="1076"/>
        <pc:sldMkLst>
          <pc:docMk/>
          <pc:sldMk cId="3886619284" sldId="2147477909"/>
        </pc:sldMkLst>
        <pc:spChg chg="mod">
          <ac:chgData name="Jan Cordtz" userId="b5e592fb-fc8b-4323-a97d-691438b2e2da" providerId="ADAL" clId="{4E22EDF5-2883-5D57-B9C7-04E66950367B}" dt="2026-01-22T07:28:36.320" v="18917" actId="1076"/>
          <ac:spMkLst>
            <pc:docMk/>
            <pc:sldMk cId="3886619284" sldId="2147477909"/>
            <ac:spMk id="37" creationId="{40CB8A5C-7978-D6DF-6BCB-6AA6077897C3}"/>
          </ac:spMkLst>
        </pc:spChg>
      </pc:sldChg>
      <pc:sldChg chg="addSp delSp modSp mod">
        <pc:chgData name="Jan Cordtz" userId="b5e592fb-fc8b-4323-a97d-691438b2e2da" providerId="ADAL" clId="{4E22EDF5-2883-5D57-B9C7-04E66950367B}" dt="2026-02-18T18:11:49.107" v="19959" actId="478"/>
        <pc:sldMkLst>
          <pc:docMk/>
          <pc:sldMk cId="2714275684" sldId="2147483462"/>
        </pc:sldMkLst>
        <pc:spChg chg="del">
          <ac:chgData name="Jan Cordtz" userId="b5e592fb-fc8b-4323-a97d-691438b2e2da" providerId="ADAL" clId="{4E22EDF5-2883-5D57-B9C7-04E66950367B}" dt="2026-02-18T18:11:49.107" v="19959" actId="478"/>
          <ac:spMkLst>
            <pc:docMk/>
            <pc:sldMk cId="2714275684" sldId="2147483462"/>
            <ac:spMk id="22" creationId="{DD6BDF49-AE66-DA0C-19EB-5A93A4FAB529}"/>
          </ac:spMkLst>
        </pc:spChg>
        <pc:picChg chg="del">
          <ac:chgData name="Jan Cordtz" userId="b5e592fb-fc8b-4323-a97d-691438b2e2da" providerId="ADAL" clId="{4E22EDF5-2883-5D57-B9C7-04E66950367B}" dt="2026-02-18T17:39:16.776" v="18921" actId="478"/>
          <ac:picMkLst>
            <pc:docMk/>
            <pc:sldMk cId="2714275684" sldId="2147483462"/>
            <ac:picMk id="3" creationId="{08023119-B2CC-172A-6C20-80BF3DA7D071}"/>
          </ac:picMkLst>
        </pc:picChg>
        <pc:picChg chg="add mod">
          <ac:chgData name="Jan Cordtz" userId="b5e592fb-fc8b-4323-a97d-691438b2e2da" providerId="ADAL" clId="{4E22EDF5-2883-5D57-B9C7-04E66950367B}" dt="2026-02-18T17:39:30.091" v="18925" actId="167"/>
          <ac:picMkLst>
            <pc:docMk/>
            <pc:sldMk cId="2714275684" sldId="2147483462"/>
            <ac:picMk id="8" creationId="{EEAF8F2F-5C84-4527-20CE-55CFE179FFF8}"/>
          </ac:picMkLst>
        </pc:picChg>
        <pc:cxnChg chg="mod">
          <ac:chgData name="Jan Cordtz" userId="b5e592fb-fc8b-4323-a97d-691438b2e2da" providerId="ADAL" clId="{4E22EDF5-2883-5D57-B9C7-04E66950367B}" dt="2026-02-18T17:39:37.361" v="18926" actId="14100"/>
          <ac:cxnSpMkLst>
            <pc:docMk/>
            <pc:sldMk cId="2714275684" sldId="2147483462"/>
            <ac:cxnSpMk id="5" creationId="{B6DEFEB9-D9F7-F218-37FD-9647C9E638D7}"/>
          </ac:cxnSpMkLst>
        </pc:cxnChg>
        <pc:cxnChg chg="mod">
          <ac:chgData name="Jan Cordtz" userId="b5e592fb-fc8b-4323-a97d-691438b2e2da" providerId="ADAL" clId="{4E22EDF5-2883-5D57-B9C7-04E66950367B}" dt="2026-02-18T17:39:43.539" v="18927" actId="14100"/>
          <ac:cxnSpMkLst>
            <pc:docMk/>
            <pc:sldMk cId="2714275684" sldId="2147483462"/>
            <ac:cxnSpMk id="6" creationId="{60B5BF69-6BCF-3C38-57C9-43BE03153B90}"/>
          </ac:cxnSpMkLst>
        </pc:cxnChg>
        <pc:cxnChg chg="mod">
          <ac:chgData name="Jan Cordtz" userId="b5e592fb-fc8b-4323-a97d-691438b2e2da" providerId="ADAL" clId="{4E22EDF5-2883-5D57-B9C7-04E66950367B}" dt="2026-02-18T17:39:48.549" v="18928" actId="14100"/>
          <ac:cxnSpMkLst>
            <pc:docMk/>
            <pc:sldMk cId="2714275684" sldId="2147483462"/>
            <ac:cxnSpMk id="7" creationId="{62C852AB-715C-6BA4-228C-EC61B041206A}"/>
          </ac:cxnSpMkLst>
        </pc:cxnChg>
        <pc:cxnChg chg="mod">
          <ac:chgData name="Jan Cordtz" userId="b5e592fb-fc8b-4323-a97d-691438b2e2da" providerId="ADAL" clId="{4E22EDF5-2883-5D57-B9C7-04E66950367B}" dt="2026-02-18T17:39:52.557" v="18929" actId="14100"/>
          <ac:cxnSpMkLst>
            <pc:docMk/>
            <pc:sldMk cId="2714275684" sldId="2147483462"/>
            <ac:cxnSpMk id="21" creationId="{A29A1E1C-47BF-8432-7F82-EE324E1364F7}"/>
          </ac:cxnSpMkLst>
        </pc:cxnChg>
      </pc:sldChg>
      <pc:sldChg chg="addSp delSp modSp new mod setBg modClrScheme chgLayout">
        <pc:chgData name="Jan Cordtz" userId="b5e592fb-fc8b-4323-a97d-691438b2e2da" providerId="ADAL" clId="{4E22EDF5-2883-5D57-B9C7-04E66950367B}" dt="2026-02-18T18:11:53.123" v="19961" actId="478"/>
        <pc:sldMkLst>
          <pc:docMk/>
          <pc:sldMk cId="2924597104" sldId="2147483463"/>
        </pc:sldMkLst>
        <pc:spChg chg="del mod">
          <ac:chgData name="Jan Cordtz" userId="b5e592fb-fc8b-4323-a97d-691438b2e2da" providerId="ADAL" clId="{4E22EDF5-2883-5D57-B9C7-04E66950367B}" dt="2026-02-18T18:11:53.123" v="19961" actId="478"/>
          <ac:spMkLst>
            <pc:docMk/>
            <pc:sldMk cId="2924597104" sldId="2147483463"/>
            <ac:spMk id="22" creationId="{E8D31FD2-07C2-7642-1C9B-D4FD7A7CD699}"/>
          </ac:spMkLst>
        </pc:spChg>
        <pc:picChg chg="del">
          <ac:chgData name="Jan Cordtz" userId="b5e592fb-fc8b-4323-a97d-691438b2e2da" providerId="ADAL" clId="{4E22EDF5-2883-5D57-B9C7-04E66950367B}" dt="2026-02-18T17:40:24.629" v="18930" actId="478"/>
          <ac:picMkLst>
            <pc:docMk/>
            <pc:sldMk cId="2924597104" sldId="2147483463"/>
            <ac:picMk id="4" creationId="{70721AD6-70ED-17FB-29A7-C368B30D517A}"/>
          </ac:picMkLst>
        </pc:picChg>
        <pc:picChg chg="add mod">
          <ac:chgData name="Jan Cordtz" userId="b5e592fb-fc8b-4323-a97d-691438b2e2da" providerId="ADAL" clId="{4E22EDF5-2883-5D57-B9C7-04E66950367B}" dt="2026-02-18T17:36:47.686" v="18918"/>
          <ac:picMkLst>
            <pc:docMk/>
            <pc:sldMk cId="2924597104" sldId="2147483463"/>
            <ac:picMk id="5" creationId="{87718C5C-B3E2-9E9C-04A0-58C304A61352}"/>
          </ac:picMkLst>
        </pc:picChg>
        <pc:picChg chg="add mod">
          <ac:chgData name="Jan Cordtz" userId="b5e592fb-fc8b-4323-a97d-691438b2e2da" providerId="ADAL" clId="{4E22EDF5-2883-5D57-B9C7-04E66950367B}" dt="2026-02-18T17:40:42.651" v="18933" actId="167"/>
          <ac:picMkLst>
            <pc:docMk/>
            <pc:sldMk cId="2924597104" sldId="2147483463"/>
            <ac:picMk id="7" creationId="{7CD72C8F-4CCC-E8D3-8BEF-A7FA26CD955D}"/>
          </ac:picMkLst>
        </pc:picChg>
        <pc:cxnChg chg="mod">
          <ac:chgData name="Jan Cordtz" userId="b5e592fb-fc8b-4323-a97d-691438b2e2da" providerId="ADAL" clId="{4E22EDF5-2883-5D57-B9C7-04E66950367B}" dt="2026-02-18T17:41:01.649" v="18935" actId="14100"/>
          <ac:cxnSpMkLst>
            <pc:docMk/>
            <pc:sldMk cId="2924597104" sldId="2147483463"/>
            <ac:cxnSpMk id="6" creationId="{049EDCFA-D72B-FDF9-F6FB-8873BADDAED9}"/>
          </ac:cxnSpMkLst>
        </pc:cxnChg>
        <pc:cxnChg chg="mod">
          <ac:chgData name="Jan Cordtz" userId="b5e592fb-fc8b-4323-a97d-691438b2e2da" providerId="ADAL" clId="{4E22EDF5-2883-5D57-B9C7-04E66950367B}" dt="2026-02-18T17:41:08.531" v="18937" actId="14100"/>
          <ac:cxnSpMkLst>
            <pc:docMk/>
            <pc:sldMk cId="2924597104" sldId="2147483463"/>
            <ac:cxnSpMk id="9" creationId="{FEA1F18E-5F73-42E3-5FC1-E24CCBA301C1}"/>
          </ac:cxnSpMkLst>
        </pc:cxnChg>
        <pc:cxnChg chg="mod">
          <ac:chgData name="Jan Cordtz" userId="b5e592fb-fc8b-4323-a97d-691438b2e2da" providerId="ADAL" clId="{4E22EDF5-2883-5D57-B9C7-04E66950367B}" dt="2026-02-18T17:41:19.526" v="18939" actId="14100"/>
          <ac:cxnSpMkLst>
            <pc:docMk/>
            <pc:sldMk cId="2924597104" sldId="2147483463"/>
            <ac:cxnSpMk id="12" creationId="{E51FA0C9-050B-1C30-6D67-9A6F419137F1}"/>
          </ac:cxnSpMkLst>
        </pc:cxnChg>
      </pc:sldChg>
      <pc:sldChg chg="addSp delSp modSp add mod modClrScheme chgLayout">
        <pc:chgData name="Jan Cordtz" userId="b5e592fb-fc8b-4323-a97d-691438b2e2da" providerId="ADAL" clId="{4E22EDF5-2883-5D57-B9C7-04E66950367B}" dt="2026-02-18T18:11:55.862" v="19962" actId="478"/>
        <pc:sldMkLst>
          <pc:docMk/>
          <pc:sldMk cId="1110734972" sldId="2147483464"/>
        </pc:sldMkLst>
        <pc:spChg chg="del">
          <ac:chgData name="Jan Cordtz" userId="b5e592fb-fc8b-4323-a97d-691438b2e2da" providerId="ADAL" clId="{4E22EDF5-2883-5D57-B9C7-04E66950367B}" dt="2026-02-18T18:11:55.862" v="19962" actId="478"/>
          <ac:spMkLst>
            <pc:docMk/>
            <pc:sldMk cId="1110734972" sldId="2147483464"/>
            <ac:spMk id="18" creationId="{19059D2D-82ED-5976-0E15-74B4E1CCFDED}"/>
          </ac:spMkLst>
        </pc:spChg>
        <pc:picChg chg="add del mod">
          <ac:chgData name="Jan Cordtz" userId="b5e592fb-fc8b-4323-a97d-691438b2e2da" providerId="ADAL" clId="{4E22EDF5-2883-5D57-B9C7-04E66950367B}" dt="2026-02-18T17:37:04.772" v="18920" actId="478"/>
          <ac:picMkLst>
            <pc:docMk/>
            <pc:sldMk cId="1110734972" sldId="2147483464"/>
            <ac:picMk id="4" creationId="{3D207897-6768-4C87-739D-12786BDAD591}"/>
          </ac:picMkLst>
        </pc:picChg>
        <pc:picChg chg="add mod">
          <ac:chgData name="Jan Cordtz" userId="b5e592fb-fc8b-4323-a97d-691438b2e2da" providerId="ADAL" clId="{4E22EDF5-2883-5D57-B9C7-04E66950367B}" dt="2026-02-18T17:42:50.667" v="18944" actId="167"/>
          <ac:picMkLst>
            <pc:docMk/>
            <pc:sldMk cId="1110734972" sldId="2147483464"/>
            <ac:picMk id="5" creationId="{A81FF5E6-CB22-BE47-DE76-25CBC07E2529}"/>
          </ac:picMkLst>
        </pc:picChg>
        <pc:picChg chg="del">
          <ac:chgData name="Jan Cordtz" userId="b5e592fb-fc8b-4323-a97d-691438b2e2da" providerId="ADAL" clId="{4E22EDF5-2883-5D57-B9C7-04E66950367B}" dt="2026-02-18T17:42:35.507" v="18940" actId="478"/>
          <ac:picMkLst>
            <pc:docMk/>
            <pc:sldMk cId="1110734972" sldId="2147483464"/>
            <ac:picMk id="6" creationId="{B5AAA39C-04E2-13C7-B4CB-3C6A34F3234A}"/>
          </ac:picMkLst>
        </pc:picChg>
        <pc:cxnChg chg="mod">
          <ac:chgData name="Jan Cordtz" userId="b5e592fb-fc8b-4323-a97d-691438b2e2da" providerId="ADAL" clId="{4E22EDF5-2883-5D57-B9C7-04E66950367B}" dt="2026-02-18T17:43:15.717" v="18948" actId="14100"/>
          <ac:cxnSpMkLst>
            <pc:docMk/>
            <pc:sldMk cId="1110734972" sldId="2147483464"/>
            <ac:cxnSpMk id="7" creationId="{DD27EF32-F7DE-8C49-9C7D-1E5442D1E694}"/>
          </ac:cxnSpMkLst>
        </pc:cxnChg>
        <pc:cxnChg chg="mod">
          <ac:chgData name="Jan Cordtz" userId="b5e592fb-fc8b-4323-a97d-691438b2e2da" providerId="ADAL" clId="{4E22EDF5-2883-5D57-B9C7-04E66950367B}" dt="2026-02-18T17:42:57.838" v="18945" actId="14100"/>
          <ac:cxnSpMkLst>
            <pc:docMk/>
            <pc:sldMk cId="1110734972" sldId="2147483464"/>
            <ac:cxnSpMk id="8" creationId="{524DBC7D-B841-AD9F-E166-FC3F74BC1A22}"/>
          </ac:cxnSpMkLst>
        </pc:cxnChg>
        <pc:cxnChg chg="add mod">
          <ac:chgData name="Jan Cordtz" userId="b5e592fb-fc8b-4323-a97d-691438b2e2da" providerId="ADAL" clId="{4E22EDF5-2883-5D57-B9C7-04E66950367B}" dt="2026-02-18T17:44:59.082" v="18969" actId="1035"/>
          <ac:cxnSpMkLst>
            <pc:docMk/>
            <pc:sldMk cId="1110734972" sldId="2147483464"/>
            <ac:cxnSpMk id="14" creationId="{70CE13F9-D0C8-5DDC-2E0A-3658B7D3B03F}"/>
          </ac:cxnSpMkLst>
        </pc:cxnChg>
      </pc:sldChg>
      <pc:sldChg chg="addSp delSp modSp mod ord">
        <pc:chgData name="Jan Cordtz" userId="b5e592fb-fc8b-4323-a97d-691438b2e2da" providerId="ADAL" clId="{4E22EDF5-2883-5D57-B9C7-04E66950367B}" dt="2026-02-18T18:11:59.285" v="19963" actId="478"/>
        <pc:sldMkLst>
          <pc:docMk/>
          <pc:sldMk cId="3521415279" sldId="2147483465"/>
        </pc:sldMkLst>
        <pc:spChg chg="mod">
          <ac:chgData name="Jan Cordtz" userId="b5e592fb-fc8b-4323-a97d-691438b2e2da" providerId="ADAL" clId="{4E22EDF5-2883-5D57-B9C7-04E66950367B}" dt="2026-02-18T17:48:29.015" v="18995" actId="20577"/>
          <ac:spMkLst>
            <pc:docMk/>
            <pc:sldMk cId="3521415279" sldId="2147483465"/>
            <ac:spMk id="2" creationId="{73C39F56-FE48-66F1-20C1-CE747CF7F517}"/>
          </ac:spMkLst>
        </pc:spChg>
        <pc:spChg chg="del">
          <ac:chgData name="Jan Cordtz" userId="b5e592fb-fc8b-4323-a97d-691438b2e2da" providerId="ADAL" clId="{4E22EDF5-2883-5D57-B9C7-04E66950367B}" dt="2026-02-18T18:11:59.285" v="19963" actId="478"/>
          <ac:spMkLst>
            <pc:docMk/>
            <pc:sldMk cId="3521415279" sldId="2147483465"/>
            <ac:spMk id="21" creationId="{58791DC1-B8B9-61AF-021A-C2F8C2352173}"/>
          </ac:spMkLst>
        </pc:spChg>
        <pc:picChg chg="del">
          <ac:chgData name="Jan Cordtz" userId="b5e592fb-fc8b-4323-a97d-691438b2e2da" providerId="ADAL" clId="{4E22EDF5-2883-5D57-B9C7-04E66950367B}" dt="2026-02-18T17:45:36.375" v="18970" actId="478"/>
          <ac:picMkLst>
            <pc:docMk/>
            <pc:sldMk cId="3521415279" sldId="2147483465"/>
            <ac:picMk id="3" creationId="{F6FFEBE3-744A-C674-74F9-68FE1C527A74}"/>
          </ac:picMkLst>
        </pc:picChg>
        <pc:picChg chg="add del mod">
          <ac:chgData name="Jan Cordtz" userId="b5e592fb-fc8b-4323-a97d-691438b2e2da" providerId="ADAL" clId="{4E22EDF5-2883-5D57-B9C7-04E66950367B}" dt="2026-02-18T17:45:46.582" v="18973" actId="478"/>
          <ac:picMkLst>
            <pc:docMk/>
            <pc:sldMk cId="3521415279" sldId="2147483465"/>
            <ac:picMk id="5" creationId="{FB5536F5-4FE1-FFA1-A35F-BF86B888C6BA}"/>
          </ac:picMkLst>
        </pc:picChg>
        <pc:picChg chg="add mod">
          <ac:chgData name="Jan Cordtz" userId="b5e592fb-fc8b-4323-a97d-691438b2e2da" providerId="ADAL" clId="{4E22EDF5-2883-5D57-B9C7-04E66950367B}" dt="2026-02-18T17:46:10.686" v="18977" actId="167"/>
          <ac:picMkLst>
            <pc:docMk/>
            <pc:sldMk cId="3521415279" sldId="2147483465"/>
            <ac:picMk id="6" creationId="{DC2B85F9-9A9E-D529-1896-937269F6C3EA}"/>
          </ac:picMkLst>
        </pc:picChg>
        <pc:cxnChg chg="mod">
          <ac:chgData name="Jan Cordtz" userId="b5e592fb-fc8b-4323-a97d-691438b2e2da" providerId="ADAL" clId="{4E22EDF5-2883-5D57-B9C7-04E66950367B}" dt="2026-02-18T17:46:28.384" v="18979" actId="14100"/>
          <ac:cxnSpMkLst>
            <pc:docMk/>
            <pc:sldMk cId="3521415279" sldId="2147483465"/>
            <ac:cxnSpMk id="7" creationId="{C60F1B4A-E1DE-F576-DA95-8CE848B35CE6}"/>
          </ac:cxnSpMkLst>
        </pc:cxnChg>
        <pc:cxnChg chg="del mod">
          <ac:chgData name="Jan Cordtz" userId="b5e592fb-fc8b-4323-a97d-691438b2e2da" providerId="ADAL" clId="{4E22EDF5-2883-5D57-B9C7-04E66950367B}" dt="2026-02-18T17:54:20.166" v="19343" actId="478"/>
          <ac:cxnSpMkLst>
            <pc:docMk/>
            <pc:sldMk cId="3521415279" sldId="2147483465"/>
            <ac:cxnSpMk id="12" creationId="{1EDBB428-F12C-1E2A-E804-B33333535E08}"/>
          </ac:cxnSpMkLst>
        </pc:cxnChg>
      </pc:sldChg>
      <pc:sldChg chg="delSp modSp mod">
        <pc:chgData name="Jan Cordtz" userId="b5e592fb-fc8b-4323-a97d-691438b2e2da" providerId="ADAL" clId="{4E22EDF5-2883-5D57-B9C7-04E66950367B}" dt="2026-02-18T18:12:05.674" v="19964" actId="478"/>
        <pc:sldMkLst>
          <pc:docMk/>
          <pc:sldMk cId="1176238442" sldId="2147483467"/>
        </pc:sldMkLst>
        <pc:spChg chg="del">
          <ac:chgData name="Jan Cordtz" userId="b5e592fb-fc8b-4323-a97d-691438b2e2da" providerId="ADAL" clId="{4E22EDF5-2883-5D57-B9C7-04E66950367B}" dt="2026-02-18T18:12:05.674" v="19964" actId="478"/>
          <ac:spMkLst>
            <pc:docMk/>
            <pc:sldMk cId="1176238442" sldId="2147483467"/>
            <ac:spMk id="52" creationId="{37C7CD84-058B-2ECD-AF66-81FA9C16455E}"/>
          </ac:spMkLst>
        </pc:spChg>
        <pc:cxnChg chg="mod">
          <ac:chgData name="Jan Cordtz" userId="b5e592fb-fc8b-4323-a97d-691438b2e2da" providerId="ADAL" clId="{4E22EDF5-2883-5D57-B9C7-04E66950367B}" dt="2026-02-18T17:53:08.785" v="19339" actId="14100"/>
          <ac:cxnSpMkLst>
            <pc:docMk/>
            <pc:sldMk cId="1176238442" sldId="2147483467"/>
            <ac:cxnSpMk id="5" creationId="{28392ADA-CFF6-1D67-83C2-A3171402060E}"/>
          </ac:cxnSpMkLst>
        </pc:cxnChg>
        <pc:cxnChg chg="del mod">
          <ac:chgData name="Jan Cordtz" userId="b5e592fb-fc8b-4323-a97d-691438b2e2da" providerId="ADAL" clId="{4E22EDF5-2883-5D57-B9C7-04E66950367B}" dt="2026-02-18T17:53:35.427" v="19342" actId="478"/>
          <ac:cxnSpMkLst>
            <pc:docMk/>
            <pc:sldMk cId="1176238442" sldId="2147483467"/>
            <ac:cxnSpMk id="13" creationId="{A673075B-3F3A-945A-9685-50CCB45F2BE7}"/>
          </ac:cxnSpMkLst>
        </pc:cxnChg>
      </pc:sldChg>
      <pc:sldChg chg="delSp modSp mod">
        <pc:chgData name="Jan Cordtz" userId="b5e592fb-fc8b-4323-a97d-691438b2e2da" providerId="ADAL" clId="{4E22EDF5-2883-5D57-B9C7-04E66950367B}" dt="2026-02-18T18:13:22.838" v="19971" actId="478"/>
        <pc:sldMkLst>
          <pc:docMk/>
          <pc:sldMk cId="3871891480" sldId="2147483468"/>
        </pc:sldMkLst>
        <pc:spChg chg="del">
          <ac:chgData name="Jan Cordtz" userId="b5e592fb-fc8b-4323-a97d-691438b2e2da" providerId="ADAL" clId="{4E22EDF5-2883-5D57-B9C7-04E66950367B}" dt="2026-02-18T18:13:22.838" v="19971" actId="478"/>
          <ac:spMkLst>
            <pc:docMk/>
            <pc:sldMk cId="3871891480" sldId="2147483468"/>
            <ac:spMk id="17" creationId="{EED07E6F-CC02-0533-8834-CB7736323898}"/>
          </ac:spMkLst>
        </pc:spChg>
        <pc:cxnChg chg="mod">
          <ac:chgData name="Jan Cordtz" userId="b5e592fb-fc8b-4323-a97d-691438b2e2da" providerId="ADAL" clId="{4E22EDF5-2883-5D57-B9C7-04E66950367B}" dt="2026-02-18T18:04:53.991" v="19769" actId="14100"/>
          <ac:cxnSpMkLst>
            <pc:docMk/>
            <pc:sldMk cId="3871891480" sldId="2147483468"/>
            <ac:cxnSpMk id="5" creationId="{FEA22F64-FBAC-386B-0444-D18F4091F5DF}"/>
          </ac:cxnSpMkLst>
        </pc:cxnChg>
        <pc:cxnChg chg="mod">
          <ac:chgData name="Jan Cordtz" userId="b5e592fb-fc8b-4323-a97d-691438b2e2da" providerId="ADAL" clId="{4E22EDF5-2883-5D57-B9C7-04E66950367B}" dt="2026-02-18T18:04:58.605" v="19770" actId="14100"/>
          <ac:cxnSpMkLst>
            <pc:docMk/>
            <pc:sldMk cId="3871891480" sldId="2147483468"/>
            <ac:cxnSpMk id="7" creationId="{9989F141-B75C-1713-339E-E746F73A1A0C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3:25.762" v="19972" actId="478"/>
        <pc:sldMkLst>
          <pc:docMk/>
          <pc:sldMk cId="2769465756" sldId="2147483469"/>
        </pc:sldMkLst>
        <pc:spChg chg="add mod">
          <ac:chgData name="Jan Cordtz" userId="b5e592fb-fc8b-4323-a97d-691438b2e2da" providerId="ADAL" clId="{4E22EDF5-2883-5D57-B9C7-04E66950367B}" dt="2026-02-18T18:05:41.162" v="19778" actId="692"/>
          <ac:spMkLst>
            <pc:docMk/>
            <pc:sldMk cId="2769465756" sldId="2147483469"/>
            <ac:spMk id="8" creationId="{84A0BA29-EF15-273D-476C-80924809C415}"/>
          </ac:spMkLst>
        </pc:spChg>
        <pc:spChg chg="del">
          <ac:chgData name="Jan Cordtz" userId="b5e592fb-fc8b-4323-a97d-691438b2e2da" providerId="ADAL" clId="{4E22EDF5-2883-5D57-B9C7-04E66950367B}" dt="2026-02-18T18:13:25.762" v="19972" actId="478"/>
          <ac:spMkLst>
            <pc:docMk/>
            <pc:sldMk cId="2769465756" sldId="2147483469"/>
            <ac:spMk id="12" creationId="{5BFE8D6E-2787-8590-46D7-75BFFEBE3A55}"/>
          </ac:spMkLst>
        </pc:spChg>
        <pc:cxnChg chg="mod">
          <ac:chgData name="Jan Cordtz" userId="b5e592fb-fc8b-4323-a97d-691438b2e2da" providerId="ADAL" clId="{4E22EDF5-2883-5D57-B9C7-04E66950367B}" dt="2026-02-18T18:05:12.937" v="19772" actId="14100"/>
          <ac:cxnSpMkLst>
            <pc:docMk/>
            <pc:sldMk cId="2769465756" sldId="2147483469"/>
            <ac:cxnSpMk id="5" creationId="{09A4B805-1A27-22FD-61F0-0020BD16E98C}"/>
          </ac:cxnSpMkLst>
        </pc:cxnChg>
        <pc:cxnChg chg="del">
          <ac:chgData name="Jan Cordtz" userId="b5e592fb-fc8b-4323-a97d-691438b2e2da" providerId="ADAL" clId="{4E22EDF5-2883-5D57-B9C7-04E66950367B}" dt="2026-02-18T18:05:08.625" v="19771" actId="478"/>
          <ac:cxnSpMkLst>
            <pc:docMk/>
            <pc:sldMk cId="2769465756" sldId="2147483469"/>
            <ac:cxnSpMk id="7" creationId="{63501CA4-45BA-1C77-E403-812210214EDF}"/>
          </ac:cxnSpMkLst>
        </pc:cxnChg>
      </pc:sldChg>
      <pc:sldChg chg="delSp modSp mod">
        <pc:chgData name="Jan Cordtz" userId="b5e592fb-fc8b-4323-a97d-691438b2e2da" providerId="ADAL" clId="{4E22EDF5-2883-5D57-B9C7-04E66950367B}" dt="2026-02-18T18:13:29.459" v="19973" actId="478"/>
        <pc:sldMkLst>
          <pc:docMk/>
          <pc:sldMk cId="1347667463" sldId="2147483470"/>
        </pc:sldMkLst>
        <pc:spChg chg="mod">
          <ac:chgData name="Jan Cordtz" userId="b5e592fb-fc8b-4323-a97d-691438b2e2da" providerId="ADAL" clId="{4E22EDF5-2883-5D57-B9C7-04E66950367B}" dt="2026-02-18T18:09:09.794" v="19938" actId="20577"/>
          <ac:spMkLst>
            <pc:docMk/>
            <pc:sldMk cId="1347667463" sldId="2147483470"/>
            <ac:spMk id="4" creationId="{4F04B289-33BF-7402-B4F4-CC833BE390F3}"/>
          </ac:spMkLst>
        </pc:spChg>
        <pc:spChg chg="del">
          <ac:chgData name="Jan Cordtz" userId="b5e592fb-fc8b-4323-a97d-691438b2e2da" providerId="ADAL" clId="{4E22EDF5-2883-5D57-B9C7-04E66950367B}" dt="2026-02-18T18:13:29.459" v="19973" actId="478"/>
          <ac:spMkLst>
            <pc:docMk/>
            <pc:sldMk cId="1347667463" sldId="2147483470"/>
            <ac:spMk id="12" creationId="{254B30FD-C19E-E717-62EA-DF950E9FFAC5}"/>
          </ac:spMkLst>
        </pc:spChg>
        <pc:cxnChg chg="mod">
          <ac:chgData name="Jan Cordtz" userId="b5e592fb-fc8b-4323-a97d-691438b2e2da" providerId="ADAL" clId="{4E22EDF5-2883-5D57-B9C7-04E66950367B}" dt="2026-02-18T18:05:55.002" v="19779" actId="14100"/>
          <ac:cxnSpMkLst>
            <pc:docMk/>
            <pc:sldMk cId="1347667463" sldId="2147483470"/>
            <ac:cxnSpMk id="5" creationId="{C6EBF00E-8455-8DFC-826C-FDA03E5C4E63}"/>
          </ac:cxnSpMkLst>
        </pc:cxnChg>
      </pc:sldChg>
      <pc:sldChg chg="delSp modSp mod">
        <pc:chgData name="Jan Cordtz" userId="b5e592fb-fc8b-4323-a97d-691438b2e2da" providerId="ADAL" clId="{4E22EDF5-2883-5D57-B9C7-04E66950367B}" dt="2026-02-18T18:13:34.374" v="19974" actId="478"/>
        <pc:sldMkLst>
          <pc:docMk/>
          <pc:sldMk cId="3671558223" sldId="2147483471"/>
        </pc:sldMkLst>
        <pc:spChg chg="mod">
          <ac:chgData name="Jan Cordtz" userId="b5e592fb-fc8b-4323-a97d-691438b2e2da" providerId="ADAL" clId="{4E22EDF5-2883-5D57-B9C7-04E66950367B}" dt="2026-02-18T18:09:48.897" v="19949" actId="20577"/>
          <ac:spMkLst>
            <pc:docMk/>
            <pc:sldMk cId="3671558223" sldId="2147483471"/>
            <ac:spMk id="4" creationId="{B085F0B7-BF3E-DA3D-CCAD-6762E44121AD}"/>
          </ac:spMkLst>
        </pc:spChg>
        <pc:spChg chg="del">
          <ac:chgData name="Jan Cordtz" userId="b5e592fb-fc8b-4323-a97d-691438b2e2da" providerId="ADAL" clId="{4E22EDF5-2883-5D57-B9C7-04E66950367B}" dt="2026-02-18T18:13:34.374" v="19974" actId="478"/>
          <ac:spMkLst>
            <pc:docMk/>
            <pc:sldMk cId="3671558223" sldId="2147483471"/>
            <ac:spMk id="12" creationId="{E3B6FC93-93AB-D643-ADB6-8A7E5E518F2D}"/>
          </ac:spMkLst>
        </pc:spChg>
        <pc:cxnChg chg="del">
          <ac:chgData name="Jan Cordtz" userId="b5e592fb-fc8b-4323-a97d-691438b2e2da" providerId="ADAL" clId="{4E22EDF5-2883-5D57-B9C7-04E66950367B}" dt="2026-02-18T18:09:35.880" v="19939" actId="478"/>
          <ac:cxnSpMkLst>
            <pc:docMk/>
            <pc:sldMk cId="3671558223" sldId="2147483471"/>
            <ac:cxnSpMk id="5" creationId="{95BE64BE-FEA9-6C9C-AF7D-747BDA32443B}"/>
          </ac:cxnSpMkLst>
        </pc:cxnChg>
        <pc:cxnChg chg="del">
          <ac:chgData name="Jan Cordtz" userId="b5e592fb-fc8b-4323-a97d-691438b2e2da" providerId="ADAL" clId="{4E22EDF5-2883-5D57-B9C7-04E66950367B}" dt="2026-02-18T18:09:38.163" v="19940" actId="478"/>
          <ac:cxnSpMkLst>
            <pc:docMk/>
            <pc:sldMk cId="3671558223" sldId="2147483471"/>
            <ac:cxnSpMk id="7" creationId="{141737E2-08A2-9580-69BD-9D422D35B3B8}"/>
          </ac:cxnSpMkLst>
        </pc:cxnChg>
      </pc:sldChg>
      <pc:sldChg chg="delSp modSp mod">
        <pc:chgData name="Jan Cordtz" userId="b5e592fb-fc8b-4323-a97d-691438b2e2da" providerId="ADAL" clId="{4E22EDF5-2883-5D57-B9C7-04E66950367B}" dt="2026-02-18T18:13:40.040" v="19975" actId="478"/>
        <pc:sldMkLst>
          <pc:docMk/>
          <pc:sldMk cId="2959305215" sldId="2147483472"/>
        </pc:sldMkLst>
        <pc:spChg chg="mod">
          <ac:chgData name="Jan Cordtz" userId="b5e592fb-fc8b-4323-a97d-691438b2e2da" providerId="ADAL" clId="{4E22EDF5-2883-5D57-B9C7-04E66950367B}" dt="2026-02-18T18:10:09.269" v="19952" actId="1076"/>
          <ac:spMkLst>
            <pc:docMk/>
            <pc:sldMk cId="2959305215" sldId="2147483472"/>
            <ac:spMk id="4" creationId="{B90DCDE2-6652-E788-715D-D6531B31F4DB}"/>
          </ac:spMkLst>
        </pc:spChg>
        <pc:spChg chg="del">
          <ac:chgData name="Jan Cordtz" userId="b5e592fb-fc8b-4323-a97d-691438b2e2da" providerId="ADAL" clId="{4E22EDF5-2883-5D57-B9C7-04E66950367B}" dt="2026-02-18T18:13:40.040" v="19975" actId="478"/>
          <ac:spMkLst>
            <pc:docMk/>
            <pc:sldMk cId="2959305215" sldId="2147483472"/>
            <ac:spMk id="12" creationId="{4594D039-6C2B-6645-1557-3B1B9EF0D713}"/>
          </ac:spMkLst>
        </pc:spChg>
        <pc:cxnChg chg="del">
          <ac:chgData name="Jan Cordtz" userId="b5e592fb-fc8b-4323-a97d-691438b2e2da" providerId="ADAL" clId="{4E22EDF5-2883-5D57-B9C7-04E66950367B}" dt="2026-02-18T18:09:59.270" v="19950" actId="478"/>
          <ac:cxnSpMkLst>
            <pc:docMk/>
            <pc:sldMk cId="2959305215" sldId="2147483472"/>
            <ac:cxnSpMk id="5" creationId="{2DDE612F-42BB-C0B3-EB02-DCDAFFACA7B9}"/>
          </ac:cxnSpMkLst>
        </pc:cxnChg>
        <pc:cxnChg chg="del">
          <ac:chgData name="Jan Cordtz" userId="b5e592fb-fc8b-4323-a97d-691438b2e2da" providerId="ADAL" clId="{4E22EDF5-2883-5D57-B9C7-04E66950367B}" dt="2026-02-18T18:10:02.262" v="19951" actId="478"/>
          <ac:cxnSpMkLst>
            <pc:docMk/>
            <pc:sldMk cId="2959305215" sldId="2147483472"/>
            <ac:cxnSpMk id="7" creationId="{278F3DB7-1A19-5FB6-E992-E4CFEEEE5B86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2:10.489" v="19965" actId="478"/>
        <pc:sldMkLst>
          <pc:docMk/>
          <pc:sldMk cId="950581880" sldId="2147483473"/>
        </pc:sldMkLst>
        <pc:spChg chg="mod">
          <ac:chgData name="Jan Cordtz" userId="b5e592fb-fc8b-4323-a97d-691438b2e2da" providerId="ADAL" clId="{4E22EDF5-2883-5D57-B9C7-04E66950367B}" dt="2026-02-18T17:54:55.495" v="19355" actId="1076"/>
          <ac:spMkLst>
            <pc:docMk/>
            <pc:sldMk cId="950581880" sldId="2147483473"/>
            <ac:spMk id="2" creationId="{ABAD9441-3D41-8DFD-CBBF-355590D2FE1C}"/>
          </ac:spMkLst>
        </pc:spChg>
        <pc:spChg chg="mod">
          <ac:chgData name="Jan Cordtz" userId="b5e592fb-fc8b-4323-a97d-691438b2e2da" providerId="ADAL" clId="{4E22EDF5-2883-5D57-B9C7-04E66950367B}" dt="2026-02-18T17:58:04.890" v="19419" actId="1076"/>
          <ac:spMkLst>
            <pc:docMk/>
            <pc:sldMk cId="950581880" sldId="2147483473"/>
            <ac:spMk id="4" creationId="{631CD0AC-EFA0-3D78-7B95-530C1CA199CF}"/>
          </ac:spMkLst>
        </pc:spChg>
        <pc:spChg chg="add mod">
          <ac:chgData name="Jan Cordtz" userId="b5e592fb-fc8b-4323-a97d-691438b2e2da" providerId="ADAL" clId="{4E22EDF5-2883-5D57-B9C7-04E66950367B}" dt="2026-02-18T17:55:30.371" v="19372" actId="692"/>
          <ac:spMkLst>
            <pc:docMk/>
            <pc:sldMk cId="950581880" sldId="2147483473"/>
            <ac:spMk id="6" creationId="{E83B7A42-9DED-5195-491C-859D90F4F051}"/>
          </ac:spMkLst>
        </pc:spChg>
        <pc:spChg chg="del">
          <ac:chgData name="Jan Cordtz" userId="b5e592fb-fc8b-4323-a97d-691438b2e2da" providerId="ADAL" clId="{4E22EDF5-2883-5D57-B9C7-04E66950367B}" dt="2026-02-18T18:12:10.489" v="19965" actId="478"/>
          <ac:spMkLst>
            <pc:docMk/>
            <pc:sldMk cId="950581880" sldId="2147483473"/>
            <ac:spMk id="12" creationId="{5113AFEB-8F37-554B-A180-6048EECCFFE9}"/>
          </ac:spMkLst>
        </pc:spChg>
        <pc:cxnChg chg="del mod">
          <ac:chgData name="Jan Cordtz" userId="b5e592fb-fc8b-4323-a97d-691438b2e2da" providerId="ADAL" clId="{4E22EDF5-2883-5D57-B9C7-04E66950367B}" dt="2026-02-18T17:55:01.259" v="19356" actId="478"/>
          <ac:cxnSpMkLst>
            <pc:docMk/>
            <pc:sldMk cId="950581880" sldId="2147483473"/>
            <ac:cxnSpMk id="16" creationId="{F5473789-A625-6BA0-4EC6-D650272357C4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2:22.916" v="19967" actId="478"/>
        <pc:sldMkLst>
          <pc:docMk/>
          <pc:sldMk cId="1237691320" sldId="2147483475"/>
        </pc:sldMkLst>
        <pc:spChg chg="mod">
          <ac:chgData name="Jan Cordtz" userId="b5e592fb-fc8b-4323-a97d-691438b2e2da" providerId="ADAL" clId="{4E22EDF5-2883-5D57-B9C7-04E66950367B}" dt="2026-02-18T17:58:16.286" v="19432" actId="20577"/>
          <ac:spMkLst>
            <pc:docMk/>
            <pc:sldMk cId="1237691320" sldId="2147483475"/>
            <ac:spMk id="2" creationId="{4E47BBE2-AD73-B761-10E4-C0F5ADFDB8A5}"/>
          </ac:spMkLst>
        </pc:spChg>
        <pc:spChg chg="add mod">
          <ac:chgData name="Jan Cordtz" userId="b5e592fb-fc8b-4323-a97d-691438b2e2da" providerId="ADAL" clId="{4E22EDF5-2883-5D57-B9C7-04E66950367B}" dt="2026-02-18T17:55:40.903" v="19374" actId="1076"/>
          <ac:spMkLst>
            <pc:docMk/>
            <pc:sldMk cId="1237691320" sldId="2147483475"/>
            <ac:spMk id="3" creationId="{5A32A99B-657F-3311-D4E8-81D73263DFB5}"/>
          </ac:spMkLst>
        </pc:spChg>
        <pc:spChg chg="mod">
          <ac:chgData name="Jan Cordtz" userId="b5e592fb-fc8b-4323-a97d-691438b2e2da" providerId="ADAL" clId="{4E22EDF5-2883-5D57-B9C7-04E66950367B}" dt="2026-02-18T17:57:56.017" v="19418" actId="1076"/>
          <ac:spMkLst>
            <pc:docMk/>
            <pc:sldMk cId="1237691320" sldId="2147483475"/>
            <ac:spMk id="4" creationId="{8DBE6989-D47F-729B-41E7-018A8F50D0DA}"/>
          </ac:spMkLst>
        </pc:spChg>
        <pc:spChg chg="del">
          <ac:chgData name="Jan Cordtz" userId="b5e592fb-fc8b-4323-a97d-691438b2e2da" providerId="ADAL" clId="{4E22EDF5-2883-5D57-B9C7-04E66950367B}" dt="2026-02-18T18:12:22.916" v="19967" actId="478"/>
          <ac:spMkLst>
            <pc:docMk/>
            <pc:sldMk cId="1237691320" sldId="2147483475"/>
            <ac:spMk id="12" creationId="{7CAEB94D-F801-E8D6-ABB5-AB52ACDFDD68}"/>
          </ac:spMkLst>
        </pc:spChg>
        <pc:cxnChg chg="del mod">
          <ac:chgData name="Jan Cordtz" userId="b5e592fb-fc8b-4323-a97d-691438b2e2da" providerId="ADAL" clId="{4E22EDF5-2883-5D57-B9C7-04E66950367B}" dt="2026-02-18T17:55:44.038" v="19375" actId="478"/>
          <ac:cxnSpMkLst>
            <pc:docMk/>
            <pc:sldMk cId="1237691320" sldId="2147483475"/>
            <ac:cxnSpMk id="16" creationId="{7BC48756-37B8-FC1B-D0B2-71C1CBDDA38E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2:19.938" v="19966" actId="478"/>
        <pc:sldMkLst>
          <pc:docMk/>
          <pc:sldMk cId="474862744" sldId="2147483479"/>
        </pc:sldMkLst>
        <pc:spChg chg="mod">
          <ac:chgData name="Jan Cordtz" userId="b5e592fb-fc8b-4323-a97d-691438b2e2da" providerId="ADAL" clId="{4E22EDF5-2883-5D57-B9C7-04E66950367B}" dt="2026-02-18T17:58:23.535" v="19441" actId="20577"/>
          <ac:spMkLst>
            <pc:docMk/>
            <pc:sldMk cId="474862744" sldId="2147483479"/>
            <ac:spMk id="2" creationId="{E6E309A1-45E6-9807-42D2-664357711009}"/>
          </ac:spMkLst>
        </pc:spChg>
        <pc:spChg chg="mod">
          <ac:chgData name="Jan Cordtz" userId="b5e592fb-fc8b-4323-a97d-691438b2e2da" providerId="ADAL" clId="{4E22EDF5-2883-5D57-B9C7-04E66950367B}" dt="2026-02-18T17:57:49.516" v="19417" actId="1076"/>
          <ac:spMkLst>
            <pc:docMk/>
            <pc:sldMk cId="474862744" sldId="2147483479"/>
            <ac:spMk id="4" creationId="{8C61062E-2C34-5E8B-F2A5-37A0F684773E}"/>
          </ac:spMkLst>
        </pc:spChg>
        <pc:spChg chg="add mod">
          <ac:chgData name="Jan Cordtz" userId="b5e592fb-fc8b-4323-a97d-691438b2e2da" providerId="ADAL" clId="{4E22EDF5-2883-5D57-B9C7-04E66950367B}" dt="2026-02-18T17:55:55.889" v="19377" actId="1076"/>
          <ac:spMkLst>
            <pc:docMk/>
            <pc:sldMk cId="474862744" sldId="2147483479"/>
            <ac:spMk id="5" creationId="{CE3B5E54-8584-B0B2-2027-4290C730BB59}"/>
          </ac:spMkLst>
        </pc:spChg>
        <pc:spChg chg="del">
          <ac:chgData name="Jan Cordtz" userId="b5e592fb-fc8b-4323-a97d-691438b2e2da" providerId="ADAL" clId="{4E22EDF5-2883-5D57-B9C7-04E66950367B}" dt="2026-02-18T18:12:19.938" v="19966" actId="478"/>
          <ac:spMkLst>
            <pc:docMk/>
            <pc:sldMk cId="474862744" sldId="2147483479"/>
            <ac:spMk id="12" creationId="{553912EC-D9F3-1CE7-CD7D-ED64E1DC8709}"/>
          </ac:spMkLst>
        </pc:spChg>
        <pc:cxnChg chg="del">
          <ac:chgData name="Jan Cordtz" userId="b5e592fb-fc8b-4323-a97d-691438b2e2da" providerId="ADAL" clId="{4E22EDF5-2883-5D57-B9C7-04E66950367B}" dt="2026-02-18T17:55:58.193" v="19378" actId="478"/>
          <ac:cxnSpMkLst>
            <pc:docMk/>
            <pc:sldMk cId="474862744" sldId="2147483479"/>
            <ac:cxnSpMk id="16" creationId="{96489F9C-6AF1-6007-E898-2F53CE34541A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2:32.331" v="19968" actId="478"/>
        <pc:sldMkLst>
          <pc:docMk/>
          <pc:sldMk cId="563653922" sldId="2147483480"/>
        </pc:sldMkLst>
        <pc:spChg chg="mod">
          <ac:chgData name="Jan Cordtz" userId="b5e592fb-fc8b-4323-a97d-691438b2e2da" providerId="ADAL" clId="{4E22EDF5-2883-5D57-B9C7-04E66950367B}" dt="2026-02-18T17:58:31.209" v="19451" actId="20577"/>
          <ac:spMkLst>
            <pc:docMk/>
            <pc:sldMk cId="563653922" sldId="2147483480"/>
            <ac:spMk id="2" creationId="{787F4DD0-9299-DE56-B41C-52C704EC13CC}"/>
          </ac:spMkLst>
        </pc:spChg>
        <pc:spChg chg="add mod">
          <ac:chgData name="Jan Cordtz" userId="b5e592fb-fc8b-4323-a97d-691438b2e2da" providerId="ADAL" clId="{4E22EDF5-2883-5D57-B9C7-04E66950367B}" dt="2026-02-18T17:57:18.630" v="19412" actId="1037"/>
          <ac:spMkLst>
            <pc:docMk/>
            <pc:sldMk cId="563653922" sldId="2147483480"/>
            <ac:spMk id="3" creationId="{81586A70-9863-F4C6-1197-70ADF549A8E2}"/>
          </ac:spMkLst>
        </pc:spChg>
        <pc:spChg chg="mod">
          <ac:chgData name="Jan Cordtz" userId="b5e592fb-fc8b-4323-a97d-691438b2e2da" providerId="ADAL" clId="{4E22EDF5-2883-5D57-B9C7-04E66950367B}" dt="2026-02-18T17:57:41.593" v="19416" actId="1076"/>
          <ac:spMkLst>
            <pc:docMk/>
            <pc:sldMk cId="563653922" sldId="2147483480"/>
            <ac:spMk id="4" creationId="{9C4886EE-3124-F3A2-3896-842B7C76F79F}"/>
          </ac:spMkLst>
        </pc:spChg>
        <pc:spChg chg="del">
          <ac:chgData name="Jan Cordtz" userId="b5e592fb-fc8b-4323-a97d-691438b2e2da" providerId="ADAL" clId="{4E22EDF5-2883-5D57-B9C7-04E66950367B}" dt="2026-02-18T18:12:32.331" v="19968" actId="478"/>
          <ac:spMkLst>
            <pc:docMk/>
            <pc:sldMk cId="563653922" sldId="2147483480"/>
            <ac:spMk id="12" creationId="{B5241EC1-DC54-A44D-E09E-A2DA25728B6E}"/>
          </ac:spMkLst>
        </pc:spChg>
        <pc:cxnChg chg="del">
          <ac:chgData name="Jan Cordtz" userId="b5e592fb-fc8b-4323-a97d-691438b2e2da" providerId="ADAL" clId="{4E22EDF5-2883-5D57-B9C7-04E66950367B}" dt="2026-02-18T17:56:12.412" v="19381" actId="478"/>
          <ac:cxnSpMkLst>
            <pc:docMk/>
            <pc:sldMk cId="563653922" sldId="2147483480"/>
            <ac:cxnSpMk id="16" creationId="{8C89163F-BF9E-6A46-80DB-D9E89BAF6395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12:34.510" v="19969" actId="478"/>
        <pc:sldMkLst>
          <pc:docMk/>
          <pc:sldMk cId="710504711" sldId="2147483481"/>
        </pc:sldMkLst>
        <pc:spChg chg="mod">
          <ac:chgData name="Jan Cordtz" userId="b5e592fb-fc8b-4323-a97d-691438b2e2da" providerId="ADAL" clId="{4E22EDF5-2883-5D57-B9C7-04E66950367B}" dt="2026-02-18T17:58:37.511" v="19462" actId="20577"/>
          <ac:spMkLst>
            <pc:docMk/>
            <pc:sldMk cId="710504711" sldId="2147483481"/>
            <ac:spMk id="2" creationId="{DFBC7F63-3E16-CE5D-78B4-03A11783EDE8}"/>
          </ac:spMkLst>
        </pc:spChg>
        <pc:spChg chg="mod">
          <ac:chgData name="Jan Cordtz" userId="b5e592fb-fc8b-4323-a97d-691438b2e2da" providerId="ADAL" clId="{4E22EDF5-2883-5D57-B9C7-04E66950367B}" dt="2026-02-18T17:57:36.645" v="19415" actId="1076"/>
          <ac:spMkLst>
            <pc:docMk/>
            <pc:sldMk cId="710504711" sldId="2147483481"/>
            <ac:spMk id="4" creationId="{0A9D13C2-6084-D903-3CAE-36359AAE6162}"/>
          </ac:spMkLst>
        </pc:spChg>
        <pc:spChg chg="add mod">
          <ac:chgData name="Jan Cordtz" userId="b5e592fb-fc8b-4323-a97d-691438b2e2da" providerId="ADAL" clId="{4E22EDF5-2883-5D57-B9C7-04E66950367B}" dt="2026-02-18T17:57:11.929" v="19405" actId="1036"/>
          <ac:spMkLst>
            <pc:docMk/>
            <pc:sldMk cId="710504711" sldId="2147483481"/>
            <ac:spMk id="5" creationId="{C1DA15AE-29BD-78F9-EF39-091F84D7935D}"/>
          </ac:spMkLst>
        </pc:spChg>
        <pc:spChg chg="del">
          <ac:chgData name="Jan Cordtz" userId="b5e592fb-fc8b-4323-a97d-691438b2e2da" providerId="ADAL" clId="{4E22EDF5-2883-5D57-B9C7-04E66950367B}" dt="2026-02-18T18:12:34.510" v="19969" actId="478"/>
          <ac:spMkLst>
            <pc:docMk/>
            <pc:sldMk cId="710504711" sldId="2147483481"/>
            <ac:spMk id="12" creationId="{BE469DCA-58C4-0CC1-C211-42F7E999D556}"/>
          </ac:spMkLst>
        </pc:spChg>
        <pc:cxnChg chg="del">
          <ac:chgData name="Jan Cordtz" userId="b5e592fb-fc8b-4323-a97d-691438b2e2da" providerId="ADAL" clId="{4E22EDF5-2883-5D57-B9C7-04E66950367B}" dt="2026-02-18T17:56:18.144" v="19382" actId="478"/>
          <ac:cxnSpMkLst>
            <pc:docMk/>
            <pc:sldMk cId="710504711" sldId="2147483481"/>
            <ac:cxnSpMk id="16" creationId="{B3BC76F1-DEDA-6F3A-AB0D-A8F24E85C64A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7:58:45.351" v="19472" actId="20577"/>
        <pc:sldMkLst>
          <pc:docMk/>
          <pc:sldMk cId="3376099330" sldId="2147483482"/>
        </pc:sldMkLst>
        <pc:spChg chg="mod">
          <ac:chgData name="Jan Cordtz" userId="b5e592fb-fc8b-4323-a97d-691438b2e2da" providerId="ADAL" clId="{4E22EDF5-2883-5D57-B9C7-04E66950367B}" dt="2026-02-18T17:58:45.351" v="19472" actId="20577"/>
          <ac:spMkLst>
            <pc:docMk/>
            <pc:sldMk cId="3376099330" sldId="2147483482"/>
            <ac:spMk id="2" creationId="{1E58DB6C-6405-257D-EED1-70C876EDAD18}"/>
          </ac:spMkLst>
        </pc:spChg>
        <pc:spChg chg="add mod">
          <ac:chgData name="Jan Cordtz" userId="b5e592fb-fc8b-4323-a97d-691438b2e2da" providerId="ADAL" clId="{4E22EDF5-2883-5D57-B9C7-04E66950367B}" dt="2026-02-18T17:57:06.397" v="19403" actId="1035"/>
          <ac:spMkLst>
            <pc:docMk/>
            <pc:sldMk cId="3376099330" sldId="2147483482"/>
            <ac:spMk id="3" creationId="{182675D0-8B4F-5D81-DE4A-717B986A3984}"/>
          </ac:spMkLst>
        </pc:spChg>
        <pc:spChg chg="mod">
          <ac:chgData name="Jan Cordtz" userId="b5e592fb-fc8b-4323-a97d-691438b2e2da" providerId="ADAL" clId="{4E22EDF5-2883-5D57-B9C7-04E66950367B}" dt="2026-02-18T17:57:32.332" v="19414" actId="1076"/>
          <ac:spMkLst>
            <pc:docMk/>
            <pc:sldMk cId="3376099330" sldId="2147483482"/>
            <ac:spMk id="4" creationId="{ED2DBD4F-5C0D-F241-735E-3BF4455627A9}"/>
          </ac:spMkLst>
        </pc:spChg>
        <pc:cxnChg chg="del mod">
          <ac:chgData name="Jan Cordtz" userId="b5e592fb-fc8b-4323-a97d-691438b2e2da" providerId="ADAL" clId="{4E22EDF5-2883-5D57-B9C7-04E66950367B}" dt="2026-02-18T17:56:32.142" v="19385" actId="478"/>
          <ac:cxnSpMkLst>
            <pc:docMk/>
            <pc:sldMk cId="3376099330" sldId="2147483482"/>
            <ac:cxnSpMk id="16" creationId="{7E10E420-BD71-C769-BB10-49A1C8B63FC9}"/>
          </ac:cxnSpMkLst>
        </pc:cxnChg>
      </pc:sldChg>
      <pc:sldChg chg="addSp delSp modSp mod">
        <pc:chgData name="Jan Cordtz" userId="b5e592fb-fc8b-4323-a97d-691438b2e2da" providerId="ADAL" clId="{4E22EDF5-2883-5D57-B9C7-04E66950367B}" dt="2026-02-18T18:03:36.879" v="19768" actId="1076"/>
        <pc:sldMkLst>
          <pc:docMk/>
          <pc:sldMk cId="3559087897" sldId="2147483483"/>
        </pc:sldMkLst>
        <pc:spChg chg="mod">
          <ac:chgData name="Jan Cordtz" userId="b5e592fb-fc8b-4323-a97d-691438b2e2da" providerId="ADAL" clId="{4E22EDF5-2883-5D57-B9C7-04E66950367B}" dt="2026-02-18T17:58:52.248" v="19482" actId="20577"/>
          <ac:spMkLst>
            <pc:docMk/>
            <pc:sldMk cId="3559087897" sldId="2147483483"/>
            <ac:spMk id="2" creationId="{F4F664E5-AD75-1B9B-C09E-668B71D14A26}"/>
          </ac:spMkLst>
        </pc:spChg>
        <pc:spChg chg="add mod">
          <ac:chgData name="Jan Cordtz" userId="b5e592fb-fc8b-4323-a97d-691438b2e2da" providerId="ADAL" clId="{4E22EDF5-2883-5D57-B9C7-04E66950367B}" dt="2026-02-18T17:57:01.616" v="19401" actId="1036"/>
          <ac:spMkLst>
            <pc:docMk/>
            <pc:sldMk cId="3559087897" sldId="2147483483"/>
            <ac:spMk id="3" creationId="{AEF86C1C-9D9B-5D2A-EC18-765EFD85903A}"/>
          </ac:spMkLst>
        </pc:spChg>
        <pc:spChg chg="mod">
          <ac:chgData name="Jan Cordtz" userId="b5e592fb-fc8b-4323-a97d-691438b2e2da" providerId="ADAL" clId="{4E22EDF5-2883-5D57-B9C7-04E66950367B}" dt="2026-02-18T18:03:36.879" v="19768" actId="1076"/>
          <ac:spMkLst>
            <pc:docMk/>
            <pc:sldMk cId="3559087897" sldId="2147483483"/>
            <ac:spMk id="4" creationId="{45EF4A42-250B-8D90-8564-539A64AE89C6}"/>
          </ac:spMkLst>
        </pc:spChg>
        <pc:cxnChg chg="del mod">
          <ac:chgData name="Jan Cordtz" userId="b5e592fb-fc8b-4323-a97d-691438b2e2da" providerId="ADAL" clId="{4E22EDF5-2883-5D57-B9C7-04E66950367B}" dt="2026-02-18T17:56:40.814" v="19388" actId="478"/>
          <ac:cxnSpMkLst>
            <pc:docMk/>
            <pc:sldMk cId="3559087897" sldId="2147483483"/>
            <ac:cxnSpMk id="16" creationId="{FC2D481A-E8F5-481D-4EB7-F5BA92A1253E}"/>
          </ac:cxnSpMkLst>
        </pc:cxnChg>
      </pc:sldChg>
      <pc:sldChg chg="delSp mod">
        <pc:chgData name="Jan Cordtz" userId="b5e592fb-fc8b-4323-a97d-691438b2e2da" providerId="ADAL" clId="{4E22EDF5-2883-5D57-B9C7-04E66950367B}" dt="2026-02-18T18:12:41.140" v="19970" actId="478"/>
        <pc:sldMkLst>
          <pc:docMk/>
          <pc:sldMk cId="2752390975" sldId="2147483485"/>
        </pc:sldMkLst>
        <pc:spChg chg="del">
          <ac:chgData name="Jan Cordtz" userId="b5e592fb-fc8b-4323-a97d-691438b2e2da" providerId="ADAL" clId="{4E22EDF5-2883-5D57-B9C7-04E66950367B}" dt="2026-02-18T18:12:41.140" v="19970" actId="478"/>
          <ac:spMkLst>
            <pc:docMk/>
            <pc:sldMk cId="2752390975" sldId="2147483485"/>
            <ac:spMk id="12" creationId="{DDD615EA-504A-1D44-49C4-1ECD966BFE43}"/>
          </ac:spMkLst>
        </pc:spChg>
      </pc:sldChg>
      <pc:sldChg chg="modSp mod modClrScheme chgLayout">
        <pc:chgData name="Jan Cordtz" userId="b5e592fb-fc8b-4323-a97d-691438b2e2da" providerId="ADAL" clId="{4E22EDF5-2883-5D57-B9C7-04E66950367B}" dt="2026-02-18T18:11:01.107" v="19955" actId="1076"/>
        <pc:sldMkLst>
          <pc:docMk/>
          <pc:sldMk cId="3717846884" sldId="2147483503"/>
        </pc:sldMkLst>
        <pc:spChg chg="mod">
          <ac:chgData name="Jan Cordtz" userId="b5e592fb-fc8b-4323-a97d-691438b2e2da" providerId="ADAL" clId="{4E22EDF5-2883-5D57-B9C7-04E66950367B}" dt="2026-02-18T18:11:01.107" v="19955" actId="1076"/>
          <ac:spMkLst>
            <pc:docMk/>
            <pc:sldMk cId="3717846884" sldId="2147483503"/>
            <ac:spMk id="2" creationId="{D877BB27-0AFC-D12F-4737-150273325FA2}"/>
          </ac:spMkLst>
        </pc:spChg>
      </pc:sldChg>
      <pc:sldChg chg="addSp modSp new mod">
        <pc:chgData name="Jan Cordtz" userId="b5e592fb-fc8b-4323-a97d-691438b2e2da" providerId="ADAL" clId="{4E22EDF5-2883-5D57-B9C7-04E66950367B}" dt="2026-02-18T17:52:26.807" v="19338" actId="115"/>
        <pc:sldMkLst>
          <pc:docMk/>
          <pc:sldMk cId="4256077606" sldId="2147483522"/>
        </pc:sldMkLst>
        <pc:spChg chg="add mod">
          <ac:chgData name="Jan Cordtz" userId="b5e592fb-fc8b-4323-a97d-691438b2e2da" providerId="ADAL" clId="{4E22EDF5-2883-5D57-B9C7-04E66950367B}" dt="2026-02-18T17:48:39.115" v="18998" actId="20577"/>
          <ac:spMkLst>
            <pc:docMk/>
            <pc:sldMk cId="4256077606" sldId="2147483522"/>
            <ac:spMk id="3" creationId="{2F43E8F9-CBAB-B9A4-14C2-8C5A29ED7A22}"/>
          </ac:spMkLst>
        </pc:spChg>
        <pc:spChg chg="add mod">
          <ac:chgData name="Jan Cordtz" userId="b5e592fb-fc8b-4323-a97d-691438b2e2da" providerId="ADAL" clId="{4E22EDF5-2883-5D57-B9C7-04E66950367B}" dt="2026-02-18T17:52:26.807" v="19338" actId="115"/>
          <ac:spMkLst>
            <pc:docMk/>
            <pc:sldMk cId="4256077606" sldId="2147483522"/>
            <ac:spMk id="4" creationId="{A5731021-AED6-2DB0-7B00-B0020BBB1F7E}"/>
          </ac:spMkLst>
        </pc:spChg>
        <pc:picChg chg="add mod">
          <ac:chgData name="Jan Cordtz" userId="b5e592fb-fc8b-4323-a97d-691438b2e2da" providerId="ADAL" clId="{4E22EDF5-2883-5D57-B9C7-04E66950367B}" dt="2026-02-18T17:48:08.224" v="18986" actId="1076"/>
          <ac:picMkLst>
            <pc:docMk/>
            <pc:sldMk cId="4256077606" sldId="2147483522"/>
            <ac:picMk id="2" creationId="{4BF105BB-B469-3098-0A60-49754DD6F386}"/>
          </ac:picMkLst>
        </pc:picChg>
      </pc:sldChg>
      <pc:sldMasterChg chg="addSp delSp modSp mod">
        <pc:chgData name="Jan Cordtz" userId="b5e592fb-fc8b-4323-a97d-691438b2e2da" providerId="ADAL" clId="{4E22EDF5-2883-5D57-B9C7-04E66950367B}" dt="2026-02-18T18:15:22.211" v="19976" actId="1076"/>
        <pc:sldMasterMkLst>
          <pc:docMk/>
          <pc:sldMasterMk cId="2167567657" sldId="2147484679"/>
        </pc:sldMasterMkLst>
        <pc:spChg chg="add mod">
          <ac:chgData name="Jan Cordtz" userId="b5e592fb-fc8b-4323-a97d-691438b2e2da" providerId="ADAL" clId="{4E22EDF5-2883-5D57-B9C7-04E66950367B}" dt="2026-02-18T18:15:22.211" v="19976" actId="1076"/>
          <ac:spMkLst>
            <pc:docMk/>
            <pc:sldMasterMk cId="2167567657" sldId="2147484679"/>
            <ac:spMk id="3" creationId="{599513F2-3218-E210-C86F-36EDB364690E}"/>
          </ac:spMkLst>
        </pc:spChg>
        <pc:spChg chg="del">
          <ac:chgData name="Jan Cordtz" userId="b5e592fb-fc8b-4323-a97d-691438b2e2da" providerId="ADAL" clId="{4E22EDF5-2883-5D57-B9C7-04E66950367B}" dt="2026-02-18T18:11:27.270" v="19958" actId="478"/>
          <ac:spMkLst>
            <pc:docMk/>
            <pc:sldMasterMk cId="2167567657" sldId="2147484679"/>
            <ac:spMk id="6" creationId="{6127FA82-318A-3A34-2934-24B034B5805F}"/>
          </ac:spMkLst>
        </pc:spChg>
        <pc:spChg chg="del">
          <ac:chgData name="Jan Cordtz" userId="b5e592fb-fc8b-4323-a97d-691438b2e2da" providerId="ADAL" clId="{4E22EDF5-2883-5D57-B9C7-04E66950367B}" dt="2026-02-18T18:11:24.764" v="19957" actId="478"/>
          <ac:spMkLst>
            <pc:docMk/>
            <pc:sldMasterMk cId="2167567657" sldId="2147484679"/>
            <ac:spMk id="10" creationId="{8E92EE12-E16C-066A-7EFA-7E3A5BF6D57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2/18/26 6:36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52EB-8ED2-C28F-8265-17E51FAA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2CDF9-B590-9005-BACF-6F9E66C86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C2C8C-063E-8E5A-14D7-0D0A701F9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EAA07-A0D6-A500-9F18-3B10D676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2DD67-223B-1629-9BAD-4F20AB64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3260B-0870-B643-1CA4-57DE4528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3B8B4-D8EF-3DB4-23AC-762FA4BC3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700FD-1233-B0A2-286A-D0D818630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37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F6F0-CB76-15AC-CB12-835F9FD4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C6E62-158F-78DD-88AB-F999A47C7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C288F-D9D1-BE08-6F3A-759401C74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E24A5-B3F3-9896-2CD2-CBCFB94C6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46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9F46-DE00-A91B-6F24-8D888599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15C27-E005-0146-1814-2400A4AA5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A4784-17D9-D3F4-513C-E7C1D4796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D790C-0094-DD87-6086-083D180B9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98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D487-44C1-8C8B-58F4-818D48E7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779E1-2E7F-376B-D496-F3BD6DB9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6011C-FEE7-0059-3AE0-86F7B32D5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357AD-E37E-CC3B-7F47-E94FE41E4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2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D3BF-61B6-C42B-FF86-1D4F90DD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07CCE-8FD4-492C-C0B9-F2C241162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67C9E-5095-079D-6C62-847A7FBFE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6BF4C-D056-8661-B734-7949A06E6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36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8609-149C-DF41-6778-9A3BD564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F6CFD-92D4-65B1-E561-FA32814A1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46D3D-BA59-78CB-ECE7-29F2F00F8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11BB8-A962-0597-DBDB-6F9D72D03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92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51E4-7216-C72B-1D0E-15FCA9D9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9F9A9-041F-EC19-3F93-4283E845D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97BF0-7EB8-D64B-224E-5EDC2CAAA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DC3B8-6F39-5216-B49B-515456A36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38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41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54E06-3DA0-4567-A557-9A2D7B97E8B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Microsoft Purview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rge Number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in the dark&#10;&#10;Description automatically generated">
            <a:extLst>
              <a:ext uri="{FF2B5EF4-FFF2-40B4-BE49-F238E27FC236}">
                <a16:creationId xmlns:a16="http://schemas.microsoft.com/office/drawing/2014/main" id="{3CBEDED0-2F8D-60CB-73EC-D8A926F1B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451A2C5-1E75-8EE3-22E6-59C938C3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7809" y="6311900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C14C3DD-159F-0E37-FA23-5C89134B7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7097" y="6311900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/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111824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_logo 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B01B2829-96EF-EDD4-F5DC-8F6DFAFB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810" y="3423718"/>
            <a:ext cx="3252990" cy="527045"/>
          </a:xfrm>
        </p:spPr>
        <p:txBody>
          <a:bodyPr>
            <a:noAutofit/>
          </a:bodyPr>
          <a:lstStyle>
            <a:lvl1pPr algn="l">
              <a:defRPr sz="3600" b="0" i="0">
                <a:gradFill flip="none" rotWithShape="1">
                  <a:gsLst>
                    <a:gs pos="0">
                      <a:srgbClr val="49C5B1"/>
                    </a:gs>
                    <a:gs pos="82000">
                      <a:srgbClr val="8551C5"/>
                    </a:gs>
                  </a:gsLst>
                  <a:lin ang="10800000" scaled="1"/>
                  <a:tileRect/>
                </a:gra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CDA471C-44FF-1A4B-B9F4-35DBB6F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594808" y="293628"/>
            <a:ext cx="1566909" cy="544002"/>
          </a:xfrm>
          <a:prstGeom prst="rect">
            <a:avLst/>
          </a:prstGeom>
        </p:spPr>
      </p:pic>
      <p:pic>
        <p:nvPicPr>
          <p:cNvPr id="3" name="Picture 2" descr="A purple circle in the dark&#10;&#10;Description automatically generated">
            <a:extLst>
              <a:ext uri="{FF2B5EF4-FFF2-40B4-BE49-F238E27FC236}">
                <a16:creationId xmlns:a16="http://schemas.microsoft.com/office/drawing/2014/main" id="{4306B846-38BE-5723-8ACE-4C505C4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C1D4F9E-3D5B-5D64-BA24-7989A46F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Microsoft Confidential–Internal Only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13CC769-9046-D715-EE31-D61D965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8131C-5610-8B47-A47C-619DDB744FE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5" name="Picture 4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7243609A-36AD-717F-E0B4-594D21A9C3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467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Heading Segoe UI </a:t>
            </a:r>
            <a:r>
              <a:rPr lang="en-US" dirty="0" err="1"/>
              <a:t>Semibold</a:t>
            </a:r>
            <a:r>
              <a:rPr lang="en-US" dirty="0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69" y="6455174"/>
            <a:ext cx="11306469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65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532" imgH="533" progId="TCLayout.ActiveDocument.1">
                  <p:embed/>
                </p:oleObj>
              </mc:Choice>
              <mc:Fallback>
                <p:oleObj name="think-cell Slide" r:id="rId22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9513F2-3218-E210-C86F-36EDB364690E}"/>
              </a:ext>
            </a:extLst>
          </p:cNvPr>
          <p:cNvSpPr txBox="1"/>
          <p:nvPr userDrawn="1"/>
        </p:nvSpPr>
        <p:spPr>
          <a:xfrm>
            <a:off x="10905882" y="57555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718" r:id="rId4"/>
    <p:sldLayoutId id="2147484756" r:id="rId5"/>
    <p:sldLayoutId id="2147484803" r:id="rId6"/>
    <p:sldLayoutId id="2147484804" r:id="rId7"/>
    <p:sldLayoutId id="2147484805" r:id="rId8"/>
    <p:sldLayoutId id="2147484806" r:id="rId9"/>
    <p:sldLayoutId id="2147484807" r:id="rId10"/>
    <p:sldLayoutId id="2147484808" r:id="rId11"/>
    <p:sldLayoutId id="2147484809" r:id="rId12"/>
    <p:sldLayoutId id="2147484810" r:id="rId13"/>
    <p:sldLayoutId id="2147484811" r:id="rId14"/>
    <p:sldLayoutId id="2147484812" r:id="rId15"/>
    <p:sldLayoutId id="2147484813" r:id="rId16"/>
    <p:sldLayoutId id="2147484814" r:id="rId17"/>
    <p:sldLayoutId id="2147484816" r:id="rId18"/>
    <p:sldLayoutId id="214748481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urview/data-map-data-sources?source=recommendation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learn.microsoft.com/en-us/purview/data-map-data-sources?source=recommendation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urview/data-map-data-sources?source=recommendations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urview/data-map-classification-supported-list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urview/sensitivity-labels" TargetMode="Externa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0523" y="1530777"/>
            <a:ext cx="4446587" cy="237672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Governance</a:t>
            </a:r>
            <a:r>
              <a:rPr lang="en-GB" dirty="0"/>
              <a:t> and Compliance with 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getting started guide</a:t>
            </a:r>
            <a:br>
              <a:rPr lang="en-GB" dirty="0"/>
            </a:br>
            <a:r>
              <a:rPr lang="en-GB" b="1" i="1" dirty="0"/>
              <a:t>2 – Data map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510824" y="4254747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E45D75-77AE-3079-FFC7-8EBA288E263F}"/>
              </a:ext>
            </a:extLst>
          </p:cNvPr>
          <p:cNvSpPr txBox="1"/>
          <p:nvPr/>
        </p:nvSpPr>
        <p:spPr>
          <a:xfrm>
            <a:off x="531412" y="5872558"/>
            <a:ext cx="6193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in this document the name </a:t>
            </a:r>
            <a:r>
              <a:rPr lang="en-US" b="1" dirty="0"/>
              <a:t>Purview</a:t>
            </a:r>
            <a:r>
              <a:rPr lang="en-US" dirty="0"/>
              <a:t> – if not otherwise</a:t>
            </a:r>
          </a:p>
          <a:p>
            <a:r>
              <a:rPr lang="en-US" dirty="0"/>
              <a:t>stated - is used for the Data Governance part of Purview.</a:t>
            </a:r>
          </a:p>
        </p:txBody>
      </p: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C98B-A882-D20D-4BB7-B27CB4F9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039725-BF3F-E2DE-64B9-DB998EEDD50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00800" y="2384897"/>
            <a:ext cx="5127585" cy="25664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Get </a:t>
            </a:r>
            <a:r>
              <a:rPr lang="en-GB" sz="4000" b="1" dirty="0">
                <a:solidFill>
                  <a:schemeClr val="accent1">
                    <a:lumMod val="50000"/>
                  </a:schemeClr>
                </a:solidFill>
              </a:rPr>
              <a:t>Purview Data Governance</a:t>
            </a:r>
            <a:r>
              <a:rPr lang="en-GB" sz="4000" dirty="0">
                <a:solidFill>
                  <a:schemeClr val="bg1"/>
                </a:solidFill>
              </a:rPr>
              <a:t> running</a:t>
            </a:r>
            <a:endParaRPr lang="en-DK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4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F5D922-AE45-FA32-F6EB-C32BB99FED31}"/>
              </a:ext>
            </a:extLst>
          </p:cNvPr>
          <p:cNvSpPr/>
          <p:nvPr/>
        </p:nvSpPr>
        <p:spPr>
          <a:xfrm>
            <a:off x="582130" y="1641049"/>
            <a:ext cx="4552264" cy="4762728"/>
          </a:xfrm>
          <a:prstGeom prst="roundRect">
            <a:avLst>
              <a:gd name="adj" fmla="val 3738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-Turn Arrow 22">
            <a:extLst>
              <a:ext uri="{FF2B5EF4-FFF2-40B4-BE49-F238E27FC236}">
                <a16:creationId xmlns:a16="http://schemas.microsoft.com/office/drawing/2014/main" id="{45D074B9-75A7-CA3B-2F60-9E20BDC04D12}"/>
              </a:ext>
            </a:extLst>
          </p:cNvPr>
          <p:cNvSpPr/>
          <p:nvPr/>
        </p:nvSpPr>
        <p:spPr>
          <a:xfrm rot="5400000" flipV="1">
            <a:off x="247984" y="4148516"/>
            <a:ext cx="1828796" cy="932685"/>
          </a:xfrm>
          <a:prstGeom prst="uturnArrow">
            <a:avLst>
              <a:gd name="adj1" fmla="val 17157"/>
              <a:gd name="adj2" fmla="val 15686"/>
              <a:gd name="adj3" fmla="val 24020"/>
              <a:gd name="adj4" fmla="val 43750"/>
              <a:gd name="adj5" fmla="val 75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431AD-AF7B-319E-2906-58D8681FBBBE}"/>
              </a:ext>
            </a:extLst>
          </p:cNvPr>
          <p:cNvSpPr txBox="1"/>
          <p:nvPr/>
        </p:nvSpPr>
        <p:spPr>
          <a:xfrm>
            <a:off x="595223" y="422694"/>
            <a:ext cx="236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Purview “Process”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4E9549-AFE9-D4DE-5162-4DCA67AFC2F8}"/>
              </a:ext>
            </a:extLst>
          </p:cNvPr>
          <p:cNvSpPr/>
          <p:nvPr/>
        </p:nvSpPr>
        <p:spPr>
          <a:xfrm>
            <a:off x="1162383" y="4069466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Scan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57BD0E-6046-498C-00AB-DECFABF21107}"/>
              </a:ext>
            </a:extLst>
          </p:cNvPr>
          <p:cNvSpPr/>
          <p:nvPr/>
        </p:nvSpPr>
        <p:spPr>
          <a:xfrm>
            <a:off x="2496614" y="4078092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API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D14DD5-1818-DC01-17AE-ABF37E6526C5}"/>
              </a:ext>
            </a:extLst>
          </p:cNvPr>
          <p:cNvSpPr/>
          <p:nvPr/>
        </p:nvSpPr>
        <p:spPr>
          <a:xfrm>
            <a:off x="1389552" y="4456446"/>
            <a:ext cx="2214124" cy="182879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Enhance assets</a:t>
            </a:r>
          </a:p>
          <a:p>
            <a:pPr algn="ctr"/>
            <a:endParaRPr lang="en-US" sz="7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Descriptions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Lineage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Classification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Sensitivity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F4811E-EB31-25AF-6039-9858AF91489E}"/>
              </a:ext>
            </a:extLst>
          </p:cNvPr>
          <p:cNvSpPr/>
          <p:nvPr/>
        </p:nvSpPr>
        <p:spPr>
          <a:xfrm>
            <a:off x="1162382" y="1763504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Domains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9F0984-8DF3-B196-27BD-BF347BEFB621}"/>
              </a:ext>
            </a:extLst>
          </p:cNvPr>
          <p:cNvSpPr/>
          <p:nvPr/>
        </p:nvSpPr>
        <p:spPr>
          <a:xfrm>
            <a:off x="1162382" y="2360333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Collections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F724D0-81FD-CC25-DC48-17572C35D967}"/>
              </a:ext>
            </a:extLst>
          </p:cNvPr>
          <p:cNvSpPr/>
          <p:nvPr/>
        </p:nvSpPr>
        <p:spPr>
          <a:xfrm>
            <a:off x="1133606" y="2943722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Register Sources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F453E81-CE09-5A39-06A3-CC41272FA766}"/>
              </a:ext>
            </a:extLst>
          </p:cNvPr>
          <p:cNvSpPr/>
          <p:nvPr/>
        </p:nvSpPr>
        <p:spPr>
          <a:xfrm>
            <a:off x="2226296" y="2194825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995F144-A410-ED74-AEDD-4E93F7DB15DE}"/>
              </a:ext>
            </a:extLst>
          </p:cNvPr>
          <p:cNvSpPr/>
          <p:nvPr/>
        </p:nvSpPr>
        <p:spPr>
          <a:xfrm>
            <a:off x="2217669" y="2778214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C0AAEAB-E2E8-8945-D08F-511BFE6B6D72}"/>
              </a:ext>
            </a:extLst>
          </p:cNvPr>
          <p:cNvSpPr/>
          <p:nvPr/>
        </p:nvSpPr>
        <p:spPr>
          <a:xfrm>
            <a:off x="2211908" y="3375043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ACBC5B-5ECD-4784-DFD8-15CEDA01B923}"/>
              </a:ext>
            </a:extLst>
          </p:cNvPr>
          <p:cNvSpPr/>
          <p:nvPr/>
        </p:nvSpPr>
        <p:spPr>
          <a:xfrm>
            <a:off x="6663160" y="1678904"/>
            <a:ext cx="2691384" cy="5986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Governance Domains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1A502C-F0DF-7D06-C6EB-F4B90FD15492}"/>
              </a:ext>
            </a:extLst>
          </p:cNvPr>
          <p:cNvSpPr/>
          <p:nvPr/>
        </p:nvSpPr>
        <p:spPr>
          <a:xfrm>
            <a:off x="6663160" y="2478877"/>
            <a:ext cx="2691384" cy="43132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Data Products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CC05C15-4418-DDBE-6C81-ED0823EB1D2C}"/>
              </a:ext>
            </a:extLst>
          </p:cNvPr>
          <p:cNvSpPr/>
          <p:nvPr/>
        </p:nvSpPr>
        <p:spPr>
          <a:xfrm>
            <a:off x="7941273" y="2277579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0D0A6CB-59AB-74E8-0002-49F1009ECE10}"/>
              </a:ext>
            </a:extLst>
          </p:cNvPr>
          <p:cNvSpPr/>
          <p:nvPr/>
        </p:nvSpPr>
        <p:spPr>
          <a:xfrm>
            <a:off x="6663160" y="3111497"/>
            <a:ext cx="2691384" cy="8438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DF9"/>
                </a:solidFill>
              </a:rPr>
              <a:t>Connect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  <a:r>
              <a:rPr lang="en-US" dirty="0">
                <a:solidFill>
                  <a:srgbClr val="FFFDF9"/>
                </a:solidFill>
              </a:rPr>
              <a:t> to Data Products -&gt; Governed assets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4B7DFA29-CDB8-269A-A23C-FC17A1FB2E2B}"/>
              </a:ext>
            </a:extLst>
          </p:cNvPr>
          <p:cNvSpPr/>
          <p:nvPr/>
        </p:nvSpPr>
        <p:spPr>
          <a:xfrm>
            <a:off x="7941273" y="2914266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9DC9B95-4F77-A7F4-944C-F16E09840C05}"/>
              </a:ext>
            </a:extLst>
          </p:cNvPr>
          <p:cNvSpPr/>
          <p:nvPr/>
        </p:nvSpPr>
        <p:spPr>
          <a:xfrm>
            <a:off x="6901790" y="4431775"/>
            <a:ext cx="2214124" cy="20996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DF9"/>
                </a:solidFill>
              </a:rPr>
              <a:t>Enhance data product</a:t>
            </a:r>
          </a:p>
          <a:p>
            <a:pPr algn="ctr"/>
            <a:endParaRPr lang="en-US" sz="700" dirty="0">
              <a:solidFill>
                <a:srgbClr val="FFFDF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DF9"/>
                </a:solidFill>
              </a:rPr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DF9"/>
                </a:solidFill>
              </a:rPr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DF9"/>
                </a:solidFill>
              </a:rPr>
              <a:t>OKR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DF9"/>
                </a:solidFill>
              </a:rPr>
              <a:t>Critial</a:t>
            </a:r>
            <a:r>
              <a:rPr lang="en-US" sz="1200" dirty="0">
                <a:solidFill>
                  <a:srgbClr val="FFFDF9"/>
                </a:solidFill>
              </a:rPr>
              <a:t> Data elements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DF9"/>
                </a:solidFill>
              </a:rPr>
              <a:t>Data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FFFDF9"/>
              </a:solidFill>
            </a:endParaRP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AFA5368D-4492-30C0-2E8E-D0C86FAFA2BA}"/>
              </a:ext>
            </a:extLst>
          </p:cNvPr>
          <p:cNvSpPr/>
          <p:nvPr/>
        </p:nvSpPr>
        <p:spPr>
          <a:xfrm>
            <a:off x="7873694" y="3951233"/>
            <a:ext cx="135158" cy="48054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EDCD3A-3026-2C14-E443-A2F5D398E477}"/>
              </a:ext>
            </a:extLst>
          </p:cNvPr>
          <p:cNvSpPr/>
          <p:nvPr/>
        </p:nvSpPr>
        <p:spPr>
          <a:xfrm>
            <a:off x="1162383" y="3587988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Establish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C0A37A-E1BA-5B93-4E9E-998F27F3633C}"/>
              </a:ext>
            </a:extLst>
          </p:cNvPr>
          <p:cNvSpPr/>
          <p:nvPr/>
        </p:nvSpPr>
        <p:spPr>
          <a:xfrm>
            <a:off x="4589776" y="1678904"/>
            <a:ext cx="495946" cy="4581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/>
              <a:t>Data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0949D-FDDD-BB2F-5DFE-3F22CC9E4BC2}"/>
              </a:ext>
            </a:extLst>
          </p:cNvPr>
          <p:cNvSpPr/>
          <p:nvPr/>
        </p:nvSpPr>
        <p:spPr>
          <a:xfrm>
            <a:off x="5134394" y="1672579"/>
            <a:ext cx="495946" cy="45816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>
                <a:solidFill>
                  <a:srgbClr val="FFFDF9"/>
                </a:solidFill>
              </a:rPr>
              <a:t>Unified Catalog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036C2D18-8C7D-949B-5A6C-6C69A4B43310}"/>
              </a:ext>
            </a:extLst>
          </p:cNvPr>
          <p:cNvSpPr/>
          <p:nvPr/>
        </p:nvSpPr>
        <p:spPr>
          <a:xfrm rot="5400000">
            <a:off x="4011726" y="3709733"/>
            <a:ext cx="789248" cy="50735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17FAB29D-881E-F9C1-712E-EFFA0A84AFAE}"/>
              </a:ext>
            </a:extLst>
          </p:cNvPr>
          <p:cNvSpPr/>
          <p:nvPr/>
        </p:nvSpPr>
        <p:spPr>
          <a:xfrm rot="16200000">
            <a:off x="5459587" y="3728933"/>
            <a:ext cx="789248" cy="50735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20237A-5E3A-D22C-DBCA-2373B7D4E0EF}"/>
              </a:ext>
            </a:extLst>
          </p:cNvPr>
          <p:cNvSpPr/>
          <p:nvPr/>
        </p:nvSpPr>
        <p:spPr>
          <a:xfrm>
            <a:off x="1105980" y="974532"/>
            <a:ext cx="2398144" cy="43132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Installation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1155FCA-3E6F-4E4E-A836-B3A5F2AB7D09}"/>
              </a:ext>
            </a:extLst>
          </p:cNvPr>
          <p:cNvSpPr/>
          <p:nvPr/>
        </p:nvSpPr>
        <p:spPr>
          <a:xfrm rot="10800000" flipH="1" flipV="1">
            <a:off x="2173747" y="1338903"/>
            <a:ext cx="262609" cy="4313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1B53FC-A64E-A070-367B-A4FC1572251B}"/>
              </a:ext>
            </a:extLst>
          </p:cNvPr>
          <p:cNvCxnSpPr>
            <a:cxnSpLocks/>
          </p:cNvCxnSpPr>
          <p:nvPr/>
        </p:nvCxnSpPr>
        <p:spPr>
          <a:xfrm flipH="1">
            <a:off x="3082565" y="3375043"/>
            <a:ext cx="4656841" cy="49937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B915141-3D5D-9D6C-7084-D79354572DB4}"/>
              </a:ext>
            </a:extLst>
          </p:cNvPr>
          <p:cNvSpPr/>
          <p:nvPr/>
        </p:nvSpPr>
        <p:spPr>
          <a:xfrm>
            <a:off x="9916358" y="4924554"/>
            <a:ext cx="1933903" cy="11140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</a:t>
            </a:r>
          </a:p>
          <a:p>
            <a:pPr algn="ctr"/>
            <a:r>
              <a:rPr lang="en-US" sz="1200" dirty="0"/>
              <a:t>Api’s</a:t>
            </a:r>
          </a:p>
          <a:p>
            <a:pPr algn="ctr"/>
            <a:r>
              <a:rPr lang="en-US" sz="1200" dirty="0"/>
              <a:t>Workflows</a:t>
            </a:r>
          </a:p>
          <a:p>
            <a:pPr algn="ctr"/>
            <a:r>
              <a:rPr lang="en-US" sz="1200" dirty="0"/>
              <a:t>Enforcement of rights</a:t>
            </a:r>
          </a:p>
        </p:txBody>
      </p:sp>
    </p:spTree>
    <p:extLst>
      <p:ext uri="{BB962C8B-B14F-4D97-AF65-F5344CB8AC3E}">
        <p14:creationId xmlns:p14="http://schemas.microsoft.com/office/powerpoint/2010/main" val="396506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52250-B9DF-1FD4-1C8A-339086A9F226}"/>
              </a:ext>
            </a:extLst>
          </p:cNvPr>
          <p:cNvSpPr txBox="1"/>
          <p:nvPr/>
        </p:nvSpPr>
        <p:spPr>
          <a:xfrm>
            <a:off x="6423949" y="2569579"/>
            <a:ext cx="43654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Segoe UI" panose="020B0502040204020203" pitchFamily="34" charset="0"/>
                <a:cs typeface="Segoe UI" panose="020B0502040204020203" pitchFamily="34" charset="0"/>
              </a:rPr>
              <a:t>First Purview Tasks</a:t>
            </a:r>
          </a:p>
        </p:txBody>
      </p:sp>
    </p:spTree>
    <p:extLst>
      <p:ext uri="{BB962C8B-B14F-4D97-AF65-F5344CB8AC3E}">
        <p14:creationId xmlns:p14="http://schemas.microsoft.com/office/powerpoint/2010/main" val="220093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AF8F2F-5C84-4527-20CE-55CFE179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2" y="1659581"/>
            <a:ext cx="8700809" cy="4215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B8172E-05C5-17CC-4B7F-D483210CEF56}"/>
              </a:ext>
            </a:extLst>
          </p:cNvPr>
          <p:cNvSpPr txBox="1"/>
          <p:nvPr/>
        </p:nvSpPr>
        <p:spPr>
          <a:xfrm>
            <a:off x="833377" y="613458"/>
            <a:ext cx="398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1 – assign rights to the Data Map.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FDACF-C1C1-D5FA-E808-B74B2C89E641}"/>
              </a:ext>
            </a:extLst>
          </p:cNvPr>
          <p:cNvSpPr txBox="1"/>
          <p:nvPr/>
        </p:nvSpPr>
        <p:spPr>
          <a:xfrm>
            <a:off x="7357948" y="1861564"/>
            <a:ext cx="4583819" cy="3139321"/>
          </a:xfrm>
          <a:prstGeom prst="rect">
            <a:avLst/>
          </a:prstGeom>
          <a:solidFill>
            <a:srgbClr val="FFFDF9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the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Data Map </a:t>
            </a:r>
            <a:r>
              <a:rPr lang="en-US"/>
              <a:t>navigate to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Click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Role Assignments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Under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Data Source admins </a:t>
            </a:r>
            <a:r>
              <a:rPr lang="en-US"/>
              <a:t>add the right</a:t>
            </a:r>
            <a:br>
              <a:rPr lang="en-US"/>
            </a:br>
            <a:r>
              <a:rPr lang="en-US"/>
              <a:t>persons/groups that can add, scan and maintain the sources in Purview.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Under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Data curators</a:t>
            </a:r>
            <a:r>
              <a:rPr lang="en-US"/>
              <a:t> add the right persons/groups that can maintain the data-assets.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DEFEB9-D9F7-F218-37FD-9647C9E638D7}"/>
              </a:ext>
            </a:extLst>
          </p:cNvPr>
          <p:cNvCxnSpPr>
            <a:cxnSpLocks/>
          </p:cNvCxnSpPr>
          <p:nvPr/>
        </p:nvCxnSpPr>
        <p:spPr>
          <a:xfrm flipH="1">
            <a:off x="1082566" y="2030695"/>
            <a:ext cx="6305639" cy="437424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B5BF69-6BCF-3C38-57C9-43BE03153B90}"/>
              </a:ext>
            </a:extLst>
          </p:cNvPr>
          <p:cNvCxnSpPr>
            <a:cxnSpLocks/>
          </p:cNvCxnSpPr>
          <p:nvPr/>
        </p:nvCxnSpPr>
        <p:spPr>
          <a:xfrm flipH="1">
            <a:off x="4582510" y="2624140"/>
            <a:ext cx="2775438" cy="804860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C852AB-715C-6BA4-228C-EC61B041206A}"/>
              </a:ext>
            </a:extLst>
          </p:cNvPr>
          <p:cNvCxnSpPr>
            <a:cxnSpLocks/>
          </p:cNvCxnSpPr>
          <p:nvPr/>
        </p:nvCxnSpPr>
        <p:spPr>
          <a:xfrm flipH="1">
            <a:off x="4582510" y="3184366"/>
            <a:ext cx="2717486" cy="97598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9A1E1C-47BF-8432-7F82-EE324E1364F7}"/>
              </a:ext>
            </a:extLst>
          </p:cNvPr>
          <p:cNvCxnSpPr>
            <a:cxnSpLocks/>
          </p:cNvCxnSpPr>
          <p:nvPr/>
        </p:nvCxnSpPr>
        <p:spPr>
          <a:xfrm flipH="1">
            <a:off x="4393324" y="4616915"/>
            <a:ext cx="3022419" cy="804860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27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D72C8F-4CCC-E8D3-8BEF-A7FA26CD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02" y="1810447"/>
            <a:ext cx="7772400" cy="3765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F2713F-1273-07AC-22B4-34BF4A5A2AD6}"/>
              </a:ext>
            </a:extLst>
          </p:cNvPr>
          <p:cNvSpPr txBox="1"/>
          <p:nvPr/>
        </p:nvSpPr>
        <p:spPr>
          <a:xfrm>
            <a:off x="601884" y="578734"/>
            <a:ext cx="388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2 – Establish a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domain</a:t>
            </a:r>
            <a:r>
              <a:rPr lang="en-US"/>
              <a:t> structure.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9B9891-85DD-7940-E93D-D6F0376C649D}"/>
              </a:ext>
            </a:extLst>
          </p:cNvPr>
          <p:cNvSpPr txBox="1"/>
          <p:nvPr/>
        </p:nvSpPr>
        <p:spPr>
          <a:xfrm>
            <a:off x="4387769" y="2539220"/>
            <a:ext cx="7561429" cy="2308324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domains</a:t>
            </a:r>
            <a:r>
              <a:rPr lang="en-US" dirty="0"/>
              <a:t> is a way to separate different “environments” from each other.</a:t>
            </a:r>
          </a:p>
          <a:p>
            <a:endParaRPr lang="en-US" dirty="0"/>
          </a:p>
          <a:p>
            <a:r>
              <a:rPr lang="en-US" dirty="0"/>
              <a:t>The first/top/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default</a:t>
            </a:r>
            <a:r>
              <a:rPr lang="en-US" b="1" u="sng" dirty="0"/>
              <a:t>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domain</a:t>
            </a:r>
            <a:r>
              <a:rPr lang="en-US" dirty="0"/>
              <a:t> should (read ”must”) reflect your </a:t>
            </a:r>
            <a:br>
              <a:rPr lang="en-US" dirty="0"/>
            </a:br>
            <a:r>
              <a:rPr lang="en-US" dirty="0"/>
              <a:t>production Purview content. </a:t>
            </a:r>
          </a:p>
          <a:p>
            <a:endParaRPr lang="en-US" dirty="0"/>
          </a:p>
          <a:p>
            <a:r>
              <a:rPr lang="en-US" dirty="0"/>
              <a:t>The other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domains</a:t>
            </a:r>
            <a:r>
              <a:rPr lang="en-US" dirty="0"/>
              <a:t> can be used for testing, sandboxes, projects etc.</a:t>
            </a:r>
          </a:p>
          <a:p>
            <a:endParaRPr lang="en-US" dirty="0"/>
          </a:p>
          <a:p>
            <a:r>
              <a:rPr lang="en-US" dirty="0"/>
              <a:t>Notice: You can have a maximum 5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domains</a:t>
            </a:r>
            <a:r>
              <a:rPr lang="en-US" dirty="0"/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9EDCFA-D72B-FDF9-F6FB-8873BADDAED9}"/>
              </a:ext>
            </a:extLst>
          </p:cNvPr>
          <p:cNvCxnSpPr>
            <a:cxnSpLocks/>
          </p:cNvCxnSpPr>
          <p:nvPr/>
        </p:nvCxnSpPr>
        <p:spPr>
          <a:xfrm flipH="1" flipV="1">
            <a:off x="2270234" y="2288611"/>
            <a:ext cx="2117535" cy="444079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A1F18E-5F73-42E3-5FC1-E24CCBA301C1}"/>
              </a:ext>
            </a:extLst>
          </p:cNvPr>
          <p:cNvCxnSpPr>
            <a:cxnSpLocks/>
          </p:cNvCxnSpPr>
          <p:nvPr/>
        </p:nvCxnSpPr>
        <p:spPr>
          <a:xfrm flipH="1" flipV="1">
            <a:off x="2270234" y="2806262"/>
            <a:ext cx="2217714" cy="493986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1FA0C9-050B-1C30-6D67-9A6F419137F1}"/>
              </a:ext>
            </a:extLst>
          </p:cNvPr>
          <p:cNvCxnSpPr>
            <a:cxnSpLocks/>
          </p:cNvCxnSpPr>
          <p:nvPr/>
        </p:nvCxnSpPr>
        <p:spPr>
          <a:xfrm flipH="1">
            <a:off x="2774731" y="4666593"/>
            <a:ext cx="1613038" cy="803906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597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54915-3464-8B0C-3297-AC7AA57E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1FF5E6-CB22-BE47-DE76-25CBC07E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7" y="1402306"/>
            <a:ext cx="9535495" cy="46201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1ABFEA-85CD-8CFC-7483-4A6D4F953422}"/>
              </a:ext>
            </a:extLst>
          </p:cNvPr>
          <p:cNvSpPr txBox="1"/>
          <p:nvPr/>
        </p:nvSpPr>
        <p:spPr>
          <a:xfrm>
            <a:off x="601884" y="578734"/>
            <a:ext cx="5740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 – Establish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collection</a:t>
            </a:r>
            <a:r>
              <a:rPr lang="en-US" dirty="0"/>
              <a:t> structure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27B4E-8901-01E5-3F62-300D1B24A3BA}"/>
              </a:ext>
            </a:extLst>
          </p:cNvPr>
          <p:cNvSpPr txBox="1"/>
          <p:nvPr/>
        </p:nvSpPr>
        <p:spPr>
          <a:xfrm>
            <a:off x="7901686" y="2996139"/>
            <a:ext cx="4109316" cy="1846659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collections</a:t>
            </a:r>
            <a:r>
              <a:rPr lang="en-US" dirty="0"/>
              <a:t> is a way to separate</a:t>
            </a:r>
            <a:br>
              <a:rPr lang="en-US" dirty="0"/>
            </a:br>
            <a:r>
              <a:rPr lang="en-US" dirty="0"/>
              <a:t>different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sources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from each other.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source can only present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once</a:t>
            </a:r>
            <a:r>
              <a:rPr lang="en-US" sz="1400" dirty="0"/>
              <a:t> in Purview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You can have as many collections as you prefer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source can be moved between collections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27EF32-F7DE-8C49-9C7D-1E5442D1E694}"/>
              </a:ext>
            </a:extLst>
          </p:cNvPr>
          <p:cNvCxnSpPr>
            <a:cxnSpLocks/>
          </p:cNvCxnSpPr>
          <p:nvPr/>
        </p:nvCxnSpPr>
        <p:spPr>
          <a:xfrm flipH="1">
            <a:off x="6611007" y="3228389"/>
            <a:ext cx="1290679" cy="471252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4DBC7D-B841-AD9F-E166-FC3F74BC1A22}"/>
              </a:ext>
            </a:extLst>
          </p:cNvPr>
          <p:cNvCxnSpPr>
            <a:cxnSpLocks/>
          </p:cNvCxnSpPr>
          <p:nvPr/>
        </p:nvCxnSpPr>
        <p:spPr>
          <a:xfrm flipH="1">
            <a:off x="6611007" y="3572759"/>
            <a:ext cx="2287896" cy="925669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0CE13F9-D0C8-5DDC-2E0A-3658B7D3B03F}"/>
              </a:ext>
            </a:extLst>
          </p:cNvPr>
          <p:cNvCxnSpPr>
            <a:cxnSpLocks/>
          </p:cNvCxnSpPr>
          <p:nvPr/>
        </p:nvCxnSpPr>
        <p:spPr>
          <a:xfrm flipV="1">
            <a:off x="2126615" y="3969963"/>
            <a:ext cx="4870951" cy="568937"/>
          </a:xfrm>
          <a:prstGeom prst="bentConnector3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73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2B85F9-9A9E-D529-1896-937269F6C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5" y="1615202"/>
            <a:ext cx="9022801" cy="43717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C39F56-FE48-66F1-20C1-CE747CF7F517}"/>
              </a:ext>
            </a:extLst>
          </p:cNvPr>
          <p:cNvSpPr txBox="1"/>
          <p:nvPr/>
        </p:nvSpPr>
        <p:spPr>
          <a:xfrm>
            <a:off x="601884" y="578734"/>
            <a:ext cx="4915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 – Register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sources</a:t>
            </a:r>
            <a:r>
              <a:rPr lang="en-US" dirty="0"/>
              <a:t>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 1 of 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04785-A63F-6691-2B48-B4F53AA32D45}"/>
              </a:ext>
            </a:extLst>
          </p:cNvPr>
          <p:cNvSpPr txBox="1"/>
          <p:nvPr/>
        </p:nvSpPr>
        <p:spPr>
          <a:xfrm>
            <a:off x="7866962" y="3396139"/>
            <a:ext cx="4109316" cy="1846659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At the </a:t>
            </a:r>
            <a:r>
              <a:rPr lang="en-US" b="1" dirty="0"/>
              <a:t>data sources you are </a:t>
            </a:r>
            <a:r>
              <a:rPr lang="en-US" dirty="0"/>
              <a:t>able to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register</a:t>
            </a:r>
            <a:r>
              <a:rPr lang="en-US" dirty="0"/>
              <a:t> your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databases</a:t>
            </a:r>
            <a:r>
              <a:rPr lang="en-US" dirty="0"/>
              <a:t> etc..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source can only present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once</a:t>
            </a:r>
            <a:r>
              <a:rPr lang="en-US" sz="1400" dirty="0"/>
              <a:t> in Purview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list of sources and how to configure them</a:t>
            </a:r>
            <a:br>
              <a:rPr lang="en-US" sz="1400" dirty="0"/>
            </a:br>
            <a:r>
              <a:rPr lang="en-US" sz="1400" dirty="0"/>
              <a:t>can be found </a:t>
            </a:r>
            <a:r>
              <a:rPr lang="en-US" sz="1400" dirty="0">
                <a:hlinkClick r:id="rId3"/>
              </a:rPr>
              <a:t>here</a:t>
            </a:r>
            <a:r>
              <a:rPr lang="en-US" sz="1400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0F1B4A-E1DE-F576-DA95-8CE848B35CE6}"/>
              </a:ext>
            </a:extLst>
          </p:cNvPr>
          <p:cNvCxnSpPr>
            <a:cxnSpLocks/>
          </p:cNvCxnSpPr>
          <p:nvPr/>
        </p:nvCxnSpPr>
        <p:spPr>
          <a:xfrm flipH="1" flipV="1">
            <a:off x="2367815" y="2454442"/>
            <a:ext cx="5499147" cy="1414914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41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F105BB-B469-3098-0A60-49754DD6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333704"/>
            <a:ext cx="8648986" cy="4190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3E8F9-CBAB-B9A4-14C2-8C5A29ED7A22}"/>
              </a:ext>
            </a:extLst>
          </p:cNvPr>
          <p:cNvSpPr txBox="1"/>
          <p:nvPr/>
        </p:nvSpPr>
        <p:spPr>
          <a:xfrm>
            <a:off x="601884" y="578734"/>
            <a:ext cx="4915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 – Register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sources</a:t>
            </a:r>
            <a:r>
              <a:rPr lang="en-US" dirty="0"/>
              <a:t>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 2 of 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31021-AED6-2DB0-7B00-B0020BBB1F7E}"/>
              </a:ext>
            </a:extLst>
          </p:cNvPr>
          <p:cNvSpPr txBox="1"/>
          <p:nvPr/>
        </p:nvSpPr>
        <p:spPr>
          <a:xfrm>
            <a:off x="7884564" y="3047612"/>
            <a:ext cx="4109316" cy="3231654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you click “continue” for the data source of your choice a screen request information about the “server” in question. This screen differs depending on the source chosen.</a:t>
            </a:r>
          </a:p>
          <a:p>
            <a:endParaRPr lang="en-US" dirty="0"/>
          </a:p>
          <a:p>
            <a:r>
              <a:rPr lang="en-US" sz="1600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validation is done at this point for the existing of the server not ability to connect.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information </a:t>
            </a:r>
            <a:r>
              <a:rPr lang="en-US" sz="1600" b="1" u="sng" dirty="0"/>
              <a:t>cannot</a:t>
            </a:r>
            <a:r>
              <a:rPr lang="en-US" sz="1600" dirty="0"/>
              <a:t> be edited afterwards.</a:t>
            </a:r>
          </a:p>
        </p:txBody>
      </p:sp>
    </p:spTree>
    <p:extLst>
      <p:ext uri="{BB962C8B-B14F-4D97-AF65-F5344CB8AC3E}">
        <p14:creationId xmlns:p14="http://schemas.microsoft.com/office/powerpoint/2010/main" val="4256077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5D3E-2DFB-E76E-3ABE-54648B79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14D748-9EC2-5B7F-EDA0-EE6CAA526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453" y="1886672"/>
            <a:ext cx="3150045" cy="47398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50826-B912-2572-F9EE-833A39BAF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84" y="1104193"/>
            <a:ext cx="3965620" cy="48290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CC06FB-6922-2876-B32B-D131B64BCB59}"/>
              </a:ext>
            </a:extLst>
          </p:cNvPr>
          <p:cNvSpPr txBox="1"/>
          <p:nvPr/>
        </p:nvSpPr>
        <p:spPr>
          <a:xfrm>
            <a:off x="601884" y="578734"/>
            <a:ext cx="403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Step 5 – Scan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sources</a:t>
            </a:r>
            <a:r>
              <a:rPr lang="en-US"/>
              <a:t> in the 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Data Map</a:t>
            </a:r>
            <a:r>
              <a:rPr lang="en-US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C5718-8391-A0F8-1531-C9E788E59066}"/>
              </a:ext>
            </a:extLst>
          </p:cNvPr>
          <p:cNvSpPr txBox="1"/>
          <p:nvPr/>
        </p:nvSpPr>
        <p:spPr>
          <a:xfrm>
            <a:off x="7901686" y="3329879"/>
            <a:ext cx="4109316" cy="2339102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scans</a:t>
            </a:r>
            <a:r>
              <a:rPr lang="en-US" dirty="0"/>
              <a:t> runs a metadata query against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source</a:t>
            </a:r>
            <a:r>
              <a:rPr lang="en-US" dirty="0"/>
              <a:t> and register the </a:t>
            </a:r>
            <a:br>
              <a:rPr lang="en-US" dirty="0"/>
            </a:b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Depending on the source different </a:t>
            </a:r>
            <a:r>
              <a:rPr lang="en-US" sz="1400" b="1" u="sng" dirty="0">
                <a:solidFill>
                  <a:schemeClr val="accent1">
                    <a:lumMod val="50000"/>
                  </a:schemeClr>
                </a:solidFill>
              </a:rPr>
              <a:t>inputs</a:t>
            </a:r>
            <a:r>
              <a:rPr lang="en-US" sz="1400" dirty="0"/>
              <a:t> are requested by Purview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list of sources and how to configure them</a:t>
            </a:r>
            <a:br>
              <a:rPr lang="en-US" sz="1400" dirty="0"/>
            </a:br>
            <a:r>
              <a:rPr lang="en-US" sz="1400" dirty="0"/>
              <a:t>can be found </a:t>
            </a:r>
            <a:r>
              <a:rPr lang="en-US" sz="1400" dirty="0">
                <a:hlinkClick r:id="rId4"/>
              </a:rPr>
              <a:t>here</a:t>
            </a:r>
            <a:r>
              <a:rPr lang="en-US" sz="1400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392ADA-CFF6-1D67-83C2-A3171402060E}"/>
              </a:ext>
            </a:extLst>
          </p:cNvPr>
          <p:cNvCxnSpPr>
            <a:cxnSpLocks/>
          </p:cNvCxnSpPr>
          <p:nvPr/>
        </p:nvCxnSpPr>
        <p:spPr>
          <a:xfrm flipH="1" flipV="1">
            <a:off x="1446835" y="2249187"/>
            <a:ext cx="6454851" cy="1254409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BE4A36B-1DA3-D775-2927-FC4D441DF5EE}"/>
              </a:ext>
            </a:extLst>
          </p:cNvPr>
          <p:cNvCxnSpPr>
            <a:cxnSpLocks/>
          </p:cNvCxnSpPr>
          <p:nvPr/>
        </p:nvCxnSpPr>
        <p:spPr>
          <a:xfrm flipH="1" flipV="1">
            <a:off x="2479249" y="2842931"/>
            <a:ext cx="5422437" cy="1286009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BCF59E-A9AD-AC13-7601-98A101AE13F8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23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C991-19FA-A729-46C0-BCCACED3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CDEC2-F20B-8F59-A518-4BCC773549C9}"/>
              </a:ext>
            </a:extLst>
          </p:cNvPr>
          <p:cNvSpPr txBox="1"/>
          <p:nvPr/>
        </p:nvSpPr>
        <p:spPr>
          <a:xfrm>
            <a:off x="6423949" y="2569579"/>
            <a:ext cx="48224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“first” data asset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0A0AB-27E2-1FF2-84A3-BED88FFACB35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99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F7E2-9EC4-B171-35A4-5DC45C85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F94DB-0D17-8979-3D3A-0F7BE5D00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84" y="1550637"/>
            <a:ext cx="7772400" cy="4260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AD9441-3D41-8DFD-CBBF-355590D2FE1C}"/>
              </a:ext>
            </a:extLst>
          </p:cNvPr>
          <p:cNvSpPr txBox="1"/>
          <p:nvPr/>
        </p:nvSpPr>
        <p:spPr>
          <a:xfrm>
            <a:off x="601884" y="431124"/>
            <a:ext cx="451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“first”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overview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CD0AC-EFA0-3D78-7B95-530C1CA199CF}"/>
              </a:ext>
            </a:extLst>
          </p:cNvPr>
          <p:cNvSpPr txBox="1"/>
          <p:nvPr/>
        </p:nvSpPr>
        <p:spPr>
          <a:xfrm>
            <a:off x="7668798" y="2100319"/>
            <a:ext cx="4109316" cy="2031325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overview</a:t>
            </a:r>
            <a:r>
              <a:rPr lang="en-US" dirty="0"/>
              <a:t> tab displays the overall</a:t>
            </a:r>
            <a:br>
              <a:rPr lang="en-US" dirty="0"/>
            </a:br>
            <a:r>
              <a:rPr lang="en-US" dirty="0"/>
              <a:t>information about the assets like description, classifications, collection path and hierarchy.</a:t>
            </a:r>
          </a:p>
          <a:p>
            <a:endParaRPr lang="en-US" dirty="0"/>
          </a:p>
          <a:p>
            <a:r>
              <a:rPr lang="en-US" dirty="0"/>
              <a:t>The information is only present if it is found in the source.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45DC1E-822E-607B-00EB-CF4421105CEF}"/>
              </a:ext>
            </a:extLst>
          </p:cNvPr>
          <p:cNvCxnSpPr>
            <a:cxnSpLocks/>
          </p:cNvCxnSpPr>
          <p:nvPr/>
        </p:nvCxnSpPr>
        <p:spPr>
          <a:xfrm flipH="1">
            <a:off x="1388962" y="1397675"/>
            <a:ext cx="486972" cy="1114031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8F4DBC-50EF-18C6-9846-5F05073314C9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2BB197-89D4-CF86-5A75-C4A8804654AF}"/>
              </a:ext>
            </a:extLst>
          </p:cNvPr>
          <p:cNvSpPr txBox="1"/>
          <p:nvPr/>
        </p:nvSpPr>
        <p:spPr>
          <a:xfrm>
            <a:off x="601884" y="1047140"/>
            <a:ext cx="6663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your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  <a:r>
              <a:rPr lang="en-US" u="sng" dirty="0"/>
              <a:t> </a:t>
            </a:r>
            <a:r>
              <a:rPr lang="en-US" dirty="0"/>
              <a:t>– notice this is found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unified catalog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3B7A42-9DED-5195-491C-859D90F4F051}"/>
              </a:ext>
            </a:extLst>
          </p:cNvPr>
          <p:cNvSpPr/>
          <p:nvPr/>
        </p:nvSpPr>
        <p:spPr>
          <a:xfrm>
            <a:off x="2059806" y="2511706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8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3157-6077-011B-D584-60D465C4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BBA298-DEC3-8A81-11EF-435D93C62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4" y="1649533"/>
            <a:ext cx="7772400" cy="4629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47BBE2-AD73-B761-10E4-C0F5ADFDB8A5}"/>
              </a:ext>
            </a:extLst>
          </p:cNvPr>
          <p:cNvSpPr txBox="1"/>
          <p:nvPr/>
        </p:nvSpPr>
        <p:spPr>
          <a:xfrm>
            <a:off x="601884" y="578734"/>
            <a:ext cx="457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properties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E6989-D47F-729B-41E7-018A8F50D0DA}"/>
              </a:ext>
            </a:extLst>
          </p:cNvPr>
          <p:cNvSpPr txBox="1"/>
          <p:nvPr/>
        </p:nvSpPr>
        <p:spPr>
          <a:xfrm>
            <a:off x="7418541" y="2475705"/>
            <a:ext cx="4109316" cy="1754326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properties</a:t>
            </a:r>
            <a:r>
              <a:rPr lang="en-US" dirty="0"/>
              <a:t> tab displays the more technical information for a given asset. This varies depending on asset type.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information is only present if it is found in the source.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4C4C15-0A42-F920-E904-07A652BC7F3F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A32A99B-657F-3311-D4E8-81D73263DFB5}"/>
              </a:ext>
            </a:extLst>
          </p:cNvPr>
          <p:cNvSpPr/>
          <p:nvPr/>
        </p:nvSpPr>
        <p:spPr>
          <a:xfrm>
            <a:off x="1567677" y="2946731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91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07B0-4E91-9B0E-8D53-75C802D8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65EB8-014D-4E0C-3054-1B624D60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4" y="1621009"/>
            <a:ext cx="7772400" cy="4629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E309A1-45E6-9807-42D2-664357711009}"/>
              </a:ext>
            </a:extLst>
          </p:cNvPr>
          <p:cNvSpPr txBox="1"/>
          <p:nvPr/>
        </p:nvSpPr>
        <p:spPr>
          <a:xfrm>
            <a:off x="601884" y="578734"/>
            <a:ext cx="431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schema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1062E-2C34-5E8B-F2A5-37A0F684773E}"/>
              </a:ext>
            </a:extLst>
          </p:cNvPr>
          <p:cNvSpPr txBox="1"/>
          <p:nvPr/>
        </p:nvSpPr>
        <p:spPr>
          <a:xfrm>
            <a:off x="7370414" y="2215310"/>
            <a:ext cx="4109316" cy="1754326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schema</a:t>
            </a:r>
            <a:r>
              <a:rPr lang="en-US" dirty="0"/>
              <a:t> tab displays any schema found with the asset. This varies depending on asset type.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information is only present if it is found in the source,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C3F8B9-295F-5361-2954-0D744570FF83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E3B5E54-8584-B0B2-2027-4290C730BB59}"/>
              </a:ext>
            </a:extLst>
          </p:cNvPr>
          <p:cNvSpPr/>
          <p:nvPr/>
        </p:nvSpPr>
        <p:spPr>
          <a:xfrm>
            <a:off x="1567677" y="3092473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62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03C7-3973-402E-F717-658E2CD2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8D4F36-4AF1-340E-BC80-72BE753C7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4" y="1789318"/>
            <a:ext cx="7772400" cy="4321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7F4DD0-9299-DE56-B41C-52C704EC13CC}"/>
              </a:ext>
            </a:extLst>
          </p:cNvPr>
          <p:cNvSpPr txBox="1"/>
          <p:nvPr/>
        </p:nvSpPr>
        <p:spPr>
          <a:xfrm>
            <a:off x="601884" y="578734"/>
            <a:ext cx="4273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lineage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886EE-3124-F3A2-3896-842B7C76F79F}"/>
              </a:ext>
            </a:extLst>
          </p:cNvPr>
          <p:cNvSpPr txBox="1"/>
          <p:nvPr/>
        </p:nvSpPr>
        <p:spPr>
          <a:xfrm>
            <a:off x="7476292" y="2145962"/>
            <a:ext cx="4109316" cy="2585323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lineage</a:t>
            </a:r>
            <a:r>
              <a:rPr lang="en-US" dirty="0"/>
              <a:t> tab displays any connections found with the asset. </a:t>
            </a:r>
          </a:p>
          <a:p>
            <a:r>
              <a:rPr lang="en-US" dirty="0"/>
              <a:t>This varies depending on asset type.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information is only present if it is found in the source like views and stored procedures. If it is from a stored procedure this must have been executed.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1C77B7C-23B2-F9C7-3B0D-6B921E4B5236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81586A70-9863-F4C6-1197-70ADF549A8E2}"/>
              </a:ext>
            </a:extLst>
          </p:cNvPr>
          <p:cNvSpPr/>
          <p:nvPr/>
        </p:nvSpPr>
        <p:spPr>
          <a:xfrm>
            <a:off x="1289784" y="3318065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5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BE1D-9EF6-AA3C-EE5F-75C506567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594532-AD47-E1A2-9530-950526D00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7" y="1731445"/>
            <a:ext cx="7772400" cy="4321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BC7F63-3E16-CE5D-78B4-03A11783EDE8}"/>
              </a:ext>
            </a:extLst>
          </p:cNvPr>
          <p:cNvSpPr txBox="1"/>
          <p:nvPr/>
        </p:nvSpPr>
        <p:spPr>
          <a:xfrm>
            <a:off x="601884" y="578734"/>
            <a:ext cx="4383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contacts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D13C2-6084-D903-3CAE-36359AAE6162}"/>
              </a:ext>
            </a:extLst>
          </p:cNvPr>
          <p:cNvSpPr txBox="1"/>
          <p:nvPr/>
        </p:nvSpPr>
        <p:spPr>
          <a:xfrm>
            <a:off x="7428166" y="2922478"/>
            <a:ext cx="4109316" cy="646331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contacts</a:t>
            </a:r>
            <a:r>
              <a:rPr lang="en-US" dirty="0"/>
              <a:t> tab will be empty for any new asset.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DD50CE-959A-FD6C-5CFE-22036E89B3FB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1DA15AE-29BD-78F9-EF39-091F84D7935D}"/>
              </a:ext>
            </a:extLst>
          </p:cNvPr>
          <p:cNvSpPr/>
          <p:nvPr/>
        </p:nvSpPr>
        <p:spPr>
          <a:xfrm>
            <a:off x="1241659" y="3448250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181A-9CAA-C082-EF39-22F90DB3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C90199-FE3A-8DAA-E9A6-54C6797D0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4" y="1580974"/>
            <a:ext cx="7772400" cy="4321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58DB6C-6405-257D-EED1-70C876EDAD18}"/>
              </a:ext>
            </a:extLst>
          </p:cNvPr>
          <p:cNvSpPr txBox="1"/>
          <p:nvPr/>
        </p:nvSpPr>
        <p:spPr>
          <a:xfrm>
            <a:off x="601884" y="578734"/>
            <a:ext cx="424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related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DBD4F-5C0D-F241-735E-3BF4455627A9}"/>
              </a:ext>
            </a:extLst>
          </p:cNvPr>
          <p:cNvSpPr txBox="1"/>
          <p:nvPr/>
        </p:nvSpPr>
        <p:spPr>
          <a:xfrm>
            <a:off x="7457042" y="2967335"/>
            <a:ext cx="4109316" cy="923330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Related</a:t>
            </a:r>
            <a:r>
              <a:rPr lang="en-US" dirty="0"/>
              <a:t> tab will show any other assets that is present in the same source as the asset being watched.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14AA5E-1AC1-18EA-C724-028B5A980A46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B57E9B-67CD-BF8C-9985-5E01F60750AF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2675D0-8B4F-5D81-DE4A-717B986A3984}"/>
              </a:ext>
            </a:extLst>
          </p:cNvPr>
          <p:cNvSpPr/>
          <p:nvPr/>
        </p:nvSpPr>
        <p:spPr>
          <a:xfrm>
            <a:off x="1260909" y="3481147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71F73-3091-9BCC-ACFF-66D272D3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7A15DF-F137-EAEE-3156-16902F7AC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7" y="1663282"/>
            <a:ext cx="7772400" cy="43185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F664E5-AD75-1B9B-C09E-668B71D14A26}"/>
              </a:ext>
            </a:extLst>
          </p:cNvPr>
          <p:cNvSpPr txBox="1"/>
          <p:nvPr/>
        </p:nvSpPr>
        <p:spPr>
          <a:xfrm>
            <a:off x="601884" y="578734"/>
            <a:ext cx="423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 </a:t>
            </a:r>
            <a:r>
              <a:rPr lang="en-US" dirty="0"/>
              <a:t>after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- history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F4A42-250B-8D90-8564-539A64AE89C6}"/>
              </a:ext>
            </a:extLst>
          </p:cNvPr>
          <p:cNvSpPr txBox="1"/>
          <p:nvPr/>
        </p:nvSpPr>
        <p:spPr>
          <a:xfrm>
            <a:off x="7678422" y="1331505"/>
            <a:ext cx="4109316" cy="5078313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History</a:t>
            </a:r>
            <a:r>
              <a:rPr lang="en-US" dirty="0"/>
              <a:t> tab shows any changes that has been made to the asset after it was scanned.</a:t>
            </a:r>
          </a:p>
          <a:p>
            <a:endParaRPr lang="en-US" dirty="0"/>
          </a:p>
          <a:p>
            <a:r>
              <a:rPr lang="en-US" dirty="0"/>
              <a:t>Purview logs changes regarding Classifications, Data assets, Glossary terms, Business assets, Domains, Collections, Role assignments, Data sources, Scan, Scan rule set, Credential, Policy.</a:t>
            </a:r>
          </a:p>
          <a:p>
            <a:endParaRPr lang="en-US" dirty="0"/>
          </a:p>
          <a:p>
            <a:r>
              <a:rPr lang="en-US" dirty="0"/>
              <a:t>In the Purview Data Map only changes to classifications, data assets, business assets, and glossary terms are shown.</a:t>
            </a:r>
          </a:p>
          <a:p>
            <a:endParaRPr lang="en-US" dirty="0"/>
          </a:p>
          <a:p>
            <a:r>
              <a:rPr lang="en-US" dirty="0"/>
              <a:t>All changes can be found in the Purview Audit “app”</a:t>
            </a:r>
            <a:br>
              <a:rPr lang="en-US" dirty="0"/>
            </a:b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9E773F7-6FD3-924C-8A76-86352357766F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94E607-C23B-246C-D81C-93D3761F5602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F86C1C-9D9B-5D2A-EC18-765EFD85903A}"/>
              </a:ext>
            </a:extLst>
          </p:cNvPr>
          <p:cNvSpPr/>
          <p:nvPr/>
        </p:nvSpPr>
        <p:spPr>
          <a:xfrm>
            <a:off x="1164961" y="3750103"/>
            <a:ext cx="702645" cy="24111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8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6FBE-7F68-D26F-8E15-7EDC19C0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990B06-BA87-70F3-9BE9-0402FB2D18D5}"/>
              </a:ext>
            </a:extLst>
          </p:cNvPr>
          <p:cNvSpPr txBox="1"/>
          <p:nvPr/>
        </p:nvSpPr>
        <p:spPr>
          <a:xfrm>
            <a:off x="6423949" y="2569579"/>
            <a:ext cx="38478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Enhancing the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“first” data asset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11324-0A0D-B01C-CD30-0884179838C2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6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EDAA-8E1E-3978-F160-8DAE0474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7C48D7-02CB-1C99-8803-15F2296C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4" y="1197288"/>
            <a:ext cx="7772400" cy="4260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F5799C-76A5-9C6B-1DD5-295611AA716B}"/>
              </a:ext>
            </a:extLst>
          </p:cNvPr>
          <p:cNvSpPr txBox="1"/>
          <p:nvPr/>
        </p:nvSpPr>
        <p:spPr>
          <a:xfrm>
            <a:off x="601884" y="578734"/>
            <a:ext cx="317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Changing the “first”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B7D99-9572-C612-F38F-059C441C8955}"/>
              </a:ext>
            </a:extLst>
          </p:cNvPr>
          <p:cNvSpPr txBox="1"/>
          <p:nvPr/>
        </p:nvSpPr>
        <p:spPr>
          <a:xfrm>
            <a:off x="2520709" y="1400489"/>
            <a:ext cx="9171007" cy="4524315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Elements most likely to be added on the “first”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Overview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description, missing classifications, glossary terms and more…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Schema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changes, remember that a columns is also a data assets, so you could “shortcut” to this information through the “table”.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Lineage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any missing lineage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Contacts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person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Related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Changes not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Changes not possible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C6D401-683C-A97D-05E4-EE18DECBF6B8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390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CE0D-6B9E-7564-9578-9C5DEB1A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EDDDD-F17B-25EA-5846-F4D092BE3F51}"/>
              </a:ext>
            </a:extLst>
          </p:cNvPr>
          <p:cNvSpPr txBox="1"/>
          <p:nvPr/>
        </p:nvSpPr>
        <p:spPr>
          <a:xfrm>
            <a:off x="6423949" y="2569579"/>
            <a:ext cx="46383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Add on information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FE160-9A4B-4BE8-383F-B7DFAA0A274A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50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9B24D-985E-ADD9-63E1-A35AF032CE04}"/>
              </a:ext>
            </a:extLst>
          </p:cNvPr>
          <p:cNvSpPr txBox="1"/>
          <p:nvPr/>
        </p:nvSpPr>
        <p:spPr>
          <a:xfrm>
            <a:off x="617786" y="1289953"/>
            <a:ext cx="74918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following items are information maintained in Purview itself.</a:t>
            </a:r>
          </a:p>
          <a:p>
            <a:endParaRPr lang="en-US" sz="1600" dirty="0"/>
          </a:p>
          <a:p>
            <a:r>
              <a:rPr lang="en-US" sz="1600" b="1" u="sng" dirty="0">
                <a:solidFill>
                  <a:srgbClr val="00B050"/>
                </a:solidFill>
              </a:rPr>
              <a:t>Glossary</a:t>
            </a:r>
          </a:p>
          <a:p>
            <a:r>
              <a:rPr lang="en-US" sz="1600" dirty="0"/>
              <a:t>Glossary terms are individual concepts that define the business, processes, and systems used in an organization. </a:t>
            </a:r>
          </a:p>
          <a:p>
            <a:endParaRPr lang="en-US" sz="1600" dirty="0"/>
          </a:p>
          <a:p>
            <a:r>
              <a:rPr lang="en-US" sz="1600" b="1" u="sng" dirty="0">
                <a:solidFill>
                  <a:srgbClr val="00B050"/>
                </a:solidFill>
              </a:rPr>
              <a:t>Data asset attributes</a:t>
            </a:r>
          </a:p>
          <a:p>
            <a:r>
              <a:rPr lang="en-US" sz="1600" dirty="0"/>
              <a:t>Data asset attributes are a type of custom metadata in Microsoft Purview Unified Catalog that you can create and apply to your organization's data assets.</a:t>
            </a:r>
          </a:p>
          <a:p>
            <a:endParaRPr lang="en-US" sz="1600" dirty="0"/>
          </a:p>
          <a:p>
            <a:r>
              <a:rPr lang="en-US" sz="1600" b="1" u="sng" dirty="0">
                <a:solidFill>
                  <a:srgbClr val="00B050"/>
                </a:solidFill>
              </a:rPr>
              <a:t>Classifications</a:t>
            </a:r>
          </a:p>
          <a:p>
            <a:r>
              <a:rPr lang="en-US" sz="1600" dirty="0"/>
              <a:t>Classifications are used for describing what content a data asset contains. </a:t>
            </a:r>
          </a:p>
          <a:p>
            <a:endParaRPr lang="en-US" sz="1600" dirty="0"/>
          </a:p>
          <a:p>
            <a:r>
              <a:rPr lang="en-US" sz="1600" b="1" u="sng" dirty="0">
                <a:solidFill>
                  <a:srgbClr val="00B050"/>
                </a:solidFill>
              </a:rPr>
              <a:t>Sensitivity labels</a:t>
            </a:r>
          </a:p>
          <a:p>
            <a:r>
              <a:rPr lang="en-US" sz="1600" dirty="0"/>
              <a:t>Gives you possibility to mark data assets to reflect the intended usage. </a:t>
            </a:r>
          </a:p>
          <a:p>
            <a:endParaRPr lang="en-US" sz="1600" dirty="0"/>
          </a:p>
          <a:p>
            <a:r>
              <a:rPr lang="en-US" sz="1600" dirty="0"/>
              <a:t>The maintenance and further description are described in the following slides.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C68CA-ABA9-91C8-548B-53E02F098189}"/>
              </a:ext>
            </a:extLst>
          </p:cNvPr>
          <p:cNvSpPr txBox="1"/>
          <p:nvPr/>
        </p:nvSpPr>
        <p:spPr>
          <a:xfrm>
            <a:off x="617786" y="447358"/>
            <a:ext cx="32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“Add-on” items for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728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60D6-6E95-58EA-8C67-61C27F4A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50425-0E0B-1F20-046D-E449E036E1AE}"/>
              </a:ext>
            </a:extLst>
          </p:cNvPr>
          <p:cNvSpPr txBox="1"/>
          <p:nvPr/>
        </p:nvSpPr>
        <p:spPr>
          <a:xfrm>
            <a:off x="617786" y="977637"/>
            <a:ext cx="76567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Glossary terms are individual concepts that define the business, processes, and systems used in an organization. You can apply them across a data estate, relating to data assets and data products to provide business context to your users. A technically named SQL table becomes less mysterious once it's linked to your "Account" business term, since users can immediately see what aspect of the business it's related to.</a:t>
            </a:r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BE82A-3103-6DC9-2E85-F1D56B66CC0D}"/>
              </a:ext>
            </a:extLst>
          </p:cNvPr>
          <p:cNvSpPr txBox="1"/>
          <p:nvPr/>
        </p:nvSpPr>
        <p:spPr>
          <a:xfrm>
            <a:off x="617786" y="447358"/>
            <a:ext cx="1025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Glossary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207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7B1B-D026-7133-7E5A-49DE684F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AEC4F-B327-0DF5-986B-7BB9F6E0AD37}"/>
              </a:ext>
            </a:extLst>
          </p:cNvPr>
          <p:cNvSpPr txBox="1"/>
          <p:nvPr/>
        </p:nvSpPr>
        <p:spPr>
          <a:xfrm>
            <a:off x="617786" y="1142529"/>
            <a:ext cx="76717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asset attributes are a type of custom metadata in Microsoft Purview Unified Catalog that you can create and apply to your organization's data assets. These user-defined attributes provide a business or organization level context to an asset, helping data consumers understand the role an asset plays in the organization.</a:t>
            </a:r>
          </a:p>
          <a:p>
            <a:endParaRPr lang="en-US" sz="1600" dirty="0"/>
          </a:p>
          <a:p>
            <a:r>
              <a:rPr lang="en-US" sz="1600" dirty="0"/>
              <a:t>Data asset attributes must be connected to one or more technologies and the asset types associated with those.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The structure is as follows:</a:t>
            </a:r>
          </a:p>
          <a:p>
            <a:endParaRPr lang="en-US" sz="1600" b="1" u="sng" dirty="0">
              <a:solidFill>
                <a:srgbClr val="00B050"/>
              </a:solidFill>
            </a:endParaRPr>
          </a:p>
          <a:p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E0FCC-08E3-05C4-7D96-784CB27B7156}"/>
              </a:ext>
            </a:extLst>
          </p:cNvPr>
          <p:cNvSpPr txBox="1"/>
          <p:nvPr/>
        </p:nvSpPr>
        <p:spPr>
          <a:xfrm>
            <a:off x="617786" y="447358"/>
            <a:ext cx="221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attributes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0849A-F713-B89C-43CB-EBED917162D1}"/>
              </a:ext>
            </a:extLst>
          </p:cNvPr>
          <p:cNvSpPr txBox="1"/>
          <p:nvPr/>
        </p:nvSpPr>
        <p:spPr>
          <a:xfrm>
            <a:off x="794479" y="3943296"/>
            <a:ext cx="67817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Attribute group – the heading of the attributes belonging 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A1035-3581-242D-9894-000D6D80DCC6}"/>
              </a:ext>
            </a:extLst>
          </p:cNvPr>
          <p:cNvSpPr txBox="1"/>
          <p:nvPr/>
        </p:nvSpPr>
        <p:spPr>
          <a:xfrm>
            <a:off x="794479" y="5171607"/>
            <a:ext cx="654916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Attribute – the set of attributes that can/must be entered. </a:t>
            </a:r>
            <a:br>
              <a:rPr lang="en-US" dirty="0"/>
            </a:br>
            <a:r>
              <a:rPr lang="en-US" dirty="0"/>
              <a:t>                  Note - Each attribute is connected to the asset types.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5BAE6542-FEB0-6CD4-38E0-A06919C7BBE1}"/>
              </a:ext>
            </a:extLst>
          </p:cNvPr>
          <p:cNvSpPr/>
          <p:nvPr/>
        </p:nvSpPr>
        <p:spPr>
          <a:xfrm>
            <a:off x="1157320" y="4412344"/>
            <a:ext cx="326701" cy="69985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BB81E-233B-807E-547A-DB9ED6E2EBBD}"/>
              </a:ext>
            </a:extLst>
          </p:cNvPr>
          <p:cNvSpPr txBox="1"/>
          <p:nvPr/>
        </p:nvSpPr>
        <p:spPr>
          <a:xfrm>
            <a:off x="1350517" y="4576886"/>
            <a:ext cx="12971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Has one or more</a:t>
            </a:r>
          </a:p>
        </p:txBody>
      </p:sp>
    </p:spTree>
    <p:extLst>
      <p:ext uri="{BB962C8B-B14F-4D97-AF65-F5344CB8AC3E}">
        <p14:creationId xmlns:p14="http://schemas.microsoft.com/office/powerpoint/2010/main" val="2222417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F19E-788A-42FB-25ED-6FB2E756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49F943-98E9-7605-EE2C-6FC2EEF9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2" y="1215209"/>
            <a:ext cx="9660063" cy="4469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1EFB76-9266-7966-E6E8-2812F3B9C713}"/>
              </a:ext>
            </a:extLst>
          </p:cNvPr>
          <p:cNvSpPr txBox="1"/>
          <p:nvPr/>
        </p:nvSpPr>
        <p:spPr>
          <a:xfrm>
            <a:off x="617786" y="447358"/>
            <a:ext cx="3287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attributes </a:t>
            </a:r>
            <a:r>
              <a:rPr lang="en-US" dirty="0"/>
              <a:t>- maintain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62A46A-1F56-29E8-A99A-F5817C9F69D8}"/>
              </a:ext>
            </a:extLst>
          </p:cNvPr>
          <p:cNvSpPr/>
          <p:nvPr/>
        </p:nvSpPr>
        <p:spPr>
          <a:xfrm>
            <a:off x="573024" y="2023672"/>
            <a:ext cx="1825402" cy="55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16491A-4EF6-1C04-0171-AE3B2C7B08C2}"/>
              </a:ext>
            </a:extLst>
          </p:cNvPr>
          <p:cNvSpPr/>
          <p:nvPr/>
        </p:nvSpPr>
        <p:spPr>
          <a:xfrm>
            <a:off x="576217" y="2853250"/>
            <a:ext cx="1665715" cy="55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2AAD7D-D247-9012-B2AD-43D3605C0195}"/>
              </a:ext>
            </a:extLst>
          </p:cNvPr>
          <p:cNvSpPr/>
          <p:nvPr/>
        </p:nvSpPr>
        <p:spPr>
          <a:xfrm>
            <a:off x="4176354" y="2204042"/>
            <a:ext cx="1665715" cy="554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-Turn Arrow 7">
            <a:extLst>
              <a:ext uri="{FF2B5EF4-FFF2-40B4-BE49-F238E27FC236}">
                <a16:creationId xmlns:a16="http://schemas.microsoft.com/office/drawing/2014/main" id="{A08C0A54-7E21-E81F-2BB6-EE5D7408EA4D}"/>
              </a:ext>
            </a:extLst>
          </p:cNvPr>
          <p:cNvSpPr/>
          <p:nvPr/>
        </p:nvSpPr>
        <p:spPr>
          <a:xfrm rot="16200000" flipH="1">
            <a:off x="-221211" y="2515362"/>
            <a:ext cx="1063814" cy="52465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U-Turn Arrow 8">
            <a:extLst>
              <a:ext uri="{FF2B5EF4-FFF2-40B4-BE49-F238E27FC236}">
                <a16:creationId xmlns:a16="http://schemas.microsoft.com/office/drawing/2014/main" id="{AB7041F8-B8E0-8AEF-2D89-F66AE0952C54}"/>
              </a:ext>
            </a:extLst>
          </p:cNvPr>
          <p:cNvSpPr/>
          <p:nvPr/>
        </p:nvSpPr>
        <p:spPr>
          <a:xfrm rot="10800000" flipH="1">
            <a:off x="1409074" y="3386771"/>
            <a:ext cx="3679761" cy="712552"/>
          </a:xfrm>
          <a:prstGeom prst="uturnArrow">
            <a:avLst>
              <a:gd name="adj1" fmla="val 21795"/>
              <a:gd name="adj2" fmla="val 13771"/>
              <a:gd name="adj3" fmla="val 16629"/>
              <a:gd name="adj4" fmla="val 31273"/>
              <a:gd name="adj5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F7C40998-5681-FC02-82D8-3250709BE370}"/>
              </a:ext>
            </a:extLst>
          </p:cNvPr>
          <p:cNvSpPr/>
          <p:nvPr/>
        </p:nvSpPr>
        <p:spPr>
          <a:xfrm>
            <a:off x="4826833" y="2578308"/>
            <a:ext cx="332280" cy="1066694"/>
          </a:xfrm>
          <a:prstGeom prst="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35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A9E722-B1E5-802D-5004-7321AF3B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22" y="836160"/>
            <a:ext cx="7772400" cy="5320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EA0F63-4531-CB85-A10D-E0413858E502}"/>
              </a:ext>
            </a:extLst>
          </p:cNvPr>
          <p:cNvSpPr txBox="1"/>
          <p:nvPr/>
        </p:nvSpPr>
        <p:spPr>
          <a:xfrm>
            <a:off x="544630" y="338793"/>
            <a:ext cx="3963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attributes </a:t>
            </a:r>
            <a:r>
              <a:rPr lang="en-US" dirty="0"/>
              <a:t>– attribute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43E4D-28EB-9864-05EB-D4433AA64989}"/>
              </a:ext>
            </a:extLst>
          </p:cNvPr>
          <p:cNvSpPr txBox="1"/>
          <p:nvPr/>
        </p:nvSpPr>
        <p:spPr>
          <a:xfrm>
            <a:off x="5527623" y="3785988"/>
            <a:ext cx="6501818" cy="1107996"/>
          </a:xfrm>
          <a:prstGeom prst="rect">
            <a:avLst/>
          </a:prstGeom>
          <a:solidFill>
            <a:srgbClr val="FFFDF9">
              <a:alpha val="57023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The attribute group consist merely of a name and an optional description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You can from this screen get to the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attributes.</a:t>
            </a:r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53DF8E-24D3-4A0A-64E8-F909A61CF632}"/>
              </a:ext>
            </a:extLst>
          </p:cNvPr>
          <p:cNvSpPr/>
          <p:nvPr/>
        </p:nvSpPr>
        <p:spPr>
          <a:xfrm>
            <a:off x="3962400" y="1097280"/>
            <a:ext cx="1402080" cy="528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05AC05-D589-D169-D583-A0851E7ED212}"/>
              </a:ext>
            </a:extLst>
          </p:cNvPr>
          <p:cNvSpPr/>
          <p:nvPr/>
        </p:nvSpPr>
        <p:spPr>
          <a:xfrm>
            <a:off x="3962400" y="2968056"/>
            <a:ext cx="4354630" cy="1126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100024-EB51-A4C2-FB5A-9AA9D3297F4C}"/>
              </a:ext>
            </a:extLst>
          </p:cNvPr>
          <p:cNvCxnSpPr>
            <a:cxnSpLocks/>
          </p:cNvCxnSpPr>
          <p:nvPr/>
        </p:nvCxnSpPr>
        <p:spPr>
          <a:xfrm flipH="1" flipV="1">
            <a:off x="4653280" y="1625600"/>
            <a:ext cx="4023360" cy="3119120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017ED2-8532-DC3B-25C1-32F97B0B85C7}"/>
              </a:ext>
            </a:extLst>
          </p:cNvPr>
          <p:cNvCxnSpPr>
            <a:cxnSpLocks/>
            <a:endCxn id="6" idx="6"/>
          </p:cNvCxnSpPr>
          <p:nvPr/>
        </p:nvCxnSpPr>
        <p:spPr>
          <a:xfrm flipH="1" flipV="1">
            <a:off x="8317030" y="3531268"/>
            <a:ext cx="359610" cy="1213452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57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68C6B9-86E9-466A-5291-25702756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26" y="842878"/>
            <a:ext cx="7772400" cy="5306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7C7DDE-37DB-E0F5-ACB7-947D3590899B}"/>
              </a:ext>
            </a:extLst>
          </p:cNvPr>
          <p:cNvSpPr txBox="1"/>
          <p:nvPr/>
        </p:nvSpPr>
        <p:spPr>
          <a:xfrm>
            <a:off x="5690182" y="3196708"/>
            <a:ext cx="6501818" cy="3046988"/>
          </a:xfrm>
          <a:prstGeom prst="rect">
            <a:avLst/>
          </a:prstGeom>
          <a:solidFill>
            <a:srgbClr val="FFFDF9">
              <a:alpha val="57023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The attribute name consist of a name and an optional description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It also has a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Field type </a:t>
            </a:r>
            <a:r>
              <a:rPr lang="en-US" sz="1600" dirty="0"/>
              <a:t>that can be one the following values:</a:t>
            </a:r>
            <a:endParaRPr lang="en-US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Text </a:t>
            </a:r>
            <a:r>
              <a:rPr lang="en-US" sz="1600" dirty="0"/>
              <a:t>– any text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Single Choice – </a:t>
            </a:r>
            <a:r>
              <a:rPr lang="en-US" sz="1600" dirty="0"/>
              <a:t>a list from which you must choose one value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Multiple Choice – </a:t>
            </a:r>
            <a:r>
              <a:rPr lang="en-US" sz="1600" dirty="0"/>
              <a:t>a list from which you must choose one or more values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Date – </a:t>
            </a:r>
            <a:r>
              <a:rPr lang="en-US" sz="1600" dirty="0"/>
              <a:t>a date field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Boolean – </a:t>
            </a:r>
            <a:r>
              <a:rPr lang="en-US" sz="1600" dirty="0"/>
              <a:t>a yes/no field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Byte - </a:t>
            </a:r>
            <a:r>
              <a:rPr lang="en-US" sz="1600" dirty="0"/>
              <a:t>a </a:t>
            </a:r>
            <a:r>
              <a:rPr lang="en-US" sz="1600" dirty="0" err="1"/>
              <a:t>charcater</a:t>
            </a:r>
            <a:endParaRPr lang="en-US" sz="1600" dirty="0"/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Double – </a:t>
            </a:r>
            <a:r>
              <a:rPr lang="en-US" sz="1600" dirty="0"/>
              <a:t>a number of type double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Float – </a:t>
            </a:r>
            <a:r>
              <a:rPr lang="en-US" sz="1600" dirty="0"/>
              <a:t>a number of type float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Integer</a:t>
            </a:r>
            <a:r>
              <a:rPr lang="en-US" sz="1600" dirty="0"/>
              <a:t> – a number of type integer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7F9B3-2DD0-7627-EB74-5BDB38A9E424}"/>
              </a:ext>
            </a:extLst>
          </p:cNvPr>
          <p:cNvSpPr txBox="1"/>
          <p:nvPr/>
        </p:nvSpPr>
        <p:spPr>
          <a:xfrm>
            <a:off x="544630" y="338793"/>
            <a:ext cx="3448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attributes </a:t>
            </a:r>
            <a:r>
              <a:rPr lang="en-US" dirty="0"/>
              <a:t>– attribute 1</a:t>
            </a:r>
          </a:p>
        </p:txBody>
      </p:sp>
    </p:spTree>
    <p:extLst>
      <p:ext uri="{BB962C8B-B14F-4D97-AF65-F5344CB8AC3E}">
        <p14:creationId xmlns:p14="http://schemas.microsoft.com/office/powerpoint/2010/main" val="311678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3001BA-9A65-01E8-378F-828A779C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77" y="775501"/>
            <a:ext cx="7772400" cy="5306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079AD7-9324-4C95-2BBD-9B7C0AF7641A}"/>
              </a:ext>
            </a:extLst>
          </p:cNvPr>
          <p:cNvSpPr txBox="1"/>
          <p:nvPr/>
        </p:nvSpPr>
        <p:spPr>
          <a:xfrm>
            <a:off x="6675702" y="4456548"/>
            <a:ext cx="5231818" cy="584775"/>
          </a:xfrm>
          <a:prstGeom prst="rect">
            <a:avLst/>
          </a:prstGeom>
          <a:solidFill>
            <a:srgbClr val="FFFDF9">
              <a:alpha val="57023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The attribute must also be connected to one or more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asset types</a:t>
            </a:r>
            <a:r>
              <a:rPr lang="en-US" sz="1600" dirty="0"/>
              <a:t> where it will be offered as an option.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CE572-706F-DD92-C22A-7E120F9B9435}"/>
              </a:ext>
            </a:extLst>
          </p:cNvPr>
          <p:cNvSpPr txBox="1"/>
          <p:nvPr/>
        </p:nvSpPr>
        <p:spPr>
          <a:xfrm>
            <a:off x="544630" y="338793"/>
            <a:ext cx="349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attributes </a:t>
            </a:r>
            <a:r>
              <a:rPr lang="en-US" dirty="0"/>
              <a:t>– attribute 2</a:t>
            </a:r>
          </a:p>
        </p:txBody>
      </p:sp>
    </p:spTree>
    <p:extLst>
      <p:ext uri="{BB962C8B-B14F-4D97-AF65-F5344CB8AC3E}">
        <p14:creationId xmlns:p14="http://schemas.microsoft.com/office/powerpoint/2010/main" val="3301021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3E05-A7D5-FF07-447C-C18719E0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DE5CA-77CF-242F-1762-2D8D7E6EB166}"/>
              </a:ext>
            </a:extLst>
          </p:cNvPr>
          <p:cNvSpPr txBox="1"/>
          <p:nvPr/>
        </p:nvSpPr>
        <p:spPr>
          <a:xfrm>
            <a:off x="617786" y="1077633"/>
            <a:ext cx="74891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Classifications are used for describing what content a data asset contains. Often this is PII related information like name, e-mail, address etc. But it can be any information valuable for the users of Purview content. These classification can be assigned through the scans and/or manually.</a:t>
            </a:r>
          </a:p>
          <a:p>
            <a:endParaRPr lang="en-US" sz="1600" dirty="0"/>
          </a:p>
          <a:p>
            <a:r>
              <a:rPr lang="en-US" sz="1600" dirty="0"/>
              <a:t>The structure is as follows: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BBBB3-F072-BE09-BAFE-68E0E721FDA4}"/>
              </a:ext>
            </a:extLst>
          </p:cNvPr>
          <p:cNvSpPr txBox="1"/>
          <p:nvPr/>
        </p:nvSpPr>
        <p:spPr>
          <a:xfrm>
            <a:off x="617786" y="447358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B5E09-CAEA-E148-6A01-F65B0B94C884}"/>
              </a:ext>
            </a:extLst>
          </p:cNvPr>
          <p:cNvSpPr txBox="1"/>
          <p:nvPr/>
        </p:nvSpPr>
        <p:spPr>
          <a:xfrm>
            <a:off x="1125542" y="2995657"/>
            <a:ext cx="691413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Scan rule set </a:t>
            </a:r>
            <a:r>
              <a:rPr lang="en-US" dirty="0"/>
              <a:t>– the set of classification to be applied during a scan.</a:t>
            </a:r>
            <a:br>
              <a:rPr lang="en-US" dirty="0"/>
            </a:br>
            <a:r>
              <a:rPr lang="en-US" dirty="0"/>
              <a:t>                        Note - A </a:t>
            </a:r>
            <a:r>
              <a:rPr lang="en-US" b="1" dirty="0">
                <a:solidFill>
                  <a:srgbClr val="00B050"/>
                </a:solidFill>
              </a:rPr>
              <a:t>scan rule set</a:t>
            </a:r>
            <a:r>
              <a:rPr lang="en-US" dirty="0"/>
              <a:t> is tied to a specific source type.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09536-7B91-C177-3CCA-F2D69C1EDFE3}"/>
              </a:ext>
            </a:extLst>
          </p:cNvPr>
          <p:cNvSpPr txBox="1"/>
          <p:nvPr/>
        </p:nvSpPr>
        <p:spPr>
          <a:xfrm>
            <a:off x="1125542" y="4415561"/>
            <a:ext cx="406713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</a:t>
            </a:r>
            <a:r>
              <a:rPr lang="en-US" dirty="0"/>
              <a:t> – the classification </a:t>
            </a:r>
            <a:r>
              <a:rPr lang="en-US" i="1" dirty="0"/>
              <a:t>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B3D19-0D0F-068E-C0CA-874627AF7E51}"/>
              </a:ext>
            </a:extLst>
          </p:cNvPr>
          <p:cNvSpPr txBox="1"/>
          <p:nvPr/>
        </p:nvSpPr>
        <p:spPr>
          <a:xfrm>
            <a:off x="1125542" y="5610541"/>
            <a:ext cx="775699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 rule </a:t>
            </a:r>
            <a:r>
              <a:rPr lang="en-US" dirty="0"/>
              <a:t>– the specific technical rule(s) to be applied during the scan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3F4E7FC-A663-FF74-CF07-BB08BB23F8EB}"/>
              </a:ext>
            </a:extLst>
          </p:cNvPr>
          <p:cNvSpPr/>
          <p:nvPr/>
        </p:nvSpPr>
        <p:spPr>
          <a:xfrm>
            <a:off x="1668764" y="3699696"/>
            <a:ext cx="326701" cy="69985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9D2BF6F-DB71-B2D4-9D03-C1AD0DC8753B}"/>
              </a:ext>
            </a:extLst>
          </p:cNvPr>
          <p:cNvSpPr/>
          <p:nvPr/>
        </p:nvSpPr>
        <p:spPr>
          <a:xfrm>
            <a:off x="1672682" y="4896839"/>
            <a:ext cx="326701" cy="69985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69099-9D35-5EF8-DC46-5FE8A2CD751E}"/>
              </a:ext>
            </a:extLst>
          </p:cNvPr>
          <p:cNvSpPr txBox="1"/>
          <p:nvPr/>
        </p:nvSpPr>
        <p:spPr>
          <a:xfrm>
            <a:off x="1861961" y="3864238"/>
            <a:ext cx="12971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Has one or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ADC92-D2E5-F380-F673-699D591E2E0B}"/>
              </a:ext>
            </a:extLst>
          </p:cNvPr>
          <p:cNvSpPr txBox="1"/>
          <p:nvPr/>
        </p:nvSpPr>
        <p:spPr>
          <a:xfrm>
            <a:off x="1861961" y="5059217"/>
            <a:ext cx="12971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Has one or more</a:t>
            </a:r>
          </a:p>
        </p:txBody>
      </p:sp>
    </p:spTree>
    <p:extLst>
      <p:ext uri="{BB962C8B-B14F-4D97-AF65-F5344CB8AC3E}">
        <p14:creationId xmlns:p14="http://schemas.microsoft.com/office/powerpoint/2010/main" val="3358562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28B5-65DB-CA09-FB55-4149EE38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2806F9-AD64-F668-3BDE-85D323B5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20" y="1556567"/>
            <a:ext cx="7772400" cy="47568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156502-6885-BE78-9326-78C5FD91920C}"/>
              </a:ext>
            </a:extLst>
          </p:cNvPr>
          <p:cNvSpPr txBox="1"/>
          <p:nvPr/>
        </p:nvSpPr>
        <p:spPr>
          <a:xfrm>
            <a:off x="392951" y="589919"/>
            <a:ext cx="7680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</a:t>
            </a:r>
            <a:r>
              <a:rPr lang="en-US" dirty="0"/>
              <a:t> – Setup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Rule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sets</a:t>
            </a:r>
            <a:r>
              <a:rPr lang="en-US" dirty="0"/>
              <a:t> for the scan of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sources</a:t>
            </a:r>
            <a:r>
              <a:rPr lang="en-US" dirty="0"/>
              <a:t> in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13899-6CF0-2C0B-2511-00258234ECA9}"/>
              </a:ext>
            </a:extLst>
          </p:cNvPr>
          <p:cNvSpPr txBox="1"/>
          <p:nvPr/>
        </p:nvSpPr>
        <p:spPr>
          <a:xfrm>
            <a:off x="7425008" y="2228671"/>
            <a:ext cx="4109316" cy="2123658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scans</a:t>
            </a:r>
            <a:r>
              <a:rPr lang="en-US" dirty="0"/>
              <a:t> relies on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Scan Rule sets</a:t>
            </a:r>
            <a:r>
              <a:rPr lang="en-US" b="1" u="sng" dirty="0"/>
              <a:t> </a:t>
            </a:r>
            <a:r>
              <a:rPr lang="en-US" dirty="0"/>
              <a:t>to find, and mark classified information when registering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scan rule set belongs to a </a:t>
            </a:r>
            <a:r>
              <a:rPr lang="en-US" sz="1400" u="sng" dirty="0"/>
              <a:t>technology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list of sources and how to configure them</a:t>
            </a:r>
            <a:br>
              <a:rPr lang="en-US" sz="1400" dirty="0"/>
            </a:br>
            <a:r>
              <a:rPr lang="en-US" sz="1400" dirty="0"/>
              <a:t>can be found </a:t>
            </a:r>
            <a:r>
              <a:rPr lang="en-US" sz="1400" dirty="0">
                <a:hlinkClick r:id="rId3"/>
              </a:rPr>
              <a:t>here</a:t>
            </a:r>
            <a:r>
              <a:rPr lang="en-US" sz="1400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A22F64-FBAC-386B-0444-D18F4091F5DF}"/>
              </a:ext>
            </a:extLst>
          </p:cNvPr>
          <p:cNvCxnSpPr>
            <a:cxnSpLocks/>
          </p:cNvCxnSpPr>
          <p:nvPr/>
        </p:nvCxnSpPr>
        <p:spPr>
          <a:xfrm flipH="1">
            <a:off x="1088020" y="2464067"/>
            <a:ext cx="6336988" cy="550237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89F141-B75C-1713-339E-E746F73A1A0C}"/>
              </a:ext>
            </a:extLst>
          </p:cNvPr>
          <p:cNvCxnSpPr>
            <a:cxnSpLocks/>
          </p:cNvCxnSpPr>
          <p:nvPr/>
        </p:nvCxnSpPr>
        <p:spPr>
          <a:xfrm flipH="1" flipV="1">
            <a:off x="6192456" y="3428999"/>
            <a:ext cx="1546256" cy="315228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487D24-3352-2023-30B2-94FBB3B5BE59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891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6A0C-51BE-D712-7C70-035CDF0E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CDA6C-92C4-2237-7C80-30C41401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84" y="1522388"/>
            <a:ext cx="7772400" cy="47568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08898-E383-97C9-3033-0D616ED2F83A}"/>
              </a:ext>
            </a:extLst>
          </p:cNvPr>
          <p:cNvSpPr txBox="1"/>
          <p:nvPr/>
        </p:nvSpPr>
        <p:spPr>
          <a:xfrm>
            <a:off x="601884" y="578734"/>
            <a:ext cx="6718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</a:t>
            </a:r>
            <a:r>
              <a:rPr lang="en-US" dirty="0"/>
              <a:t> –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Scan Rule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sets</a:t>
            </a:r>
            <a:r>
              <a:rPr lang="en-US" dirty="0"/>
              <a:t> consists of one or more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C5153-5DDE-36EA-AF8C-FC3461BE60B9}"/>
              </a:ext>
            </a:extLst>
          </p:cNvPr>
          <p:cNvSpPr txBox="1"/>
          <p:nvPr/>
        </p:nvSpPr>
        <p:spPr>
          <a:xfrm>
            <a:off x="7425008" y="2228671"/>
            <a:ext cx="4109316" cy="1631216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classifications</a:t>
            </a:r>
            <a:r>
              <a:rPr lang="en-US" dirty="0"/>
              <a:t> describes the different categories.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chemeClr val="accent1">
                    <a:lumMod val="50000"/>
                  </a:schemeClr>
                </a:solidFill>
              </a:rPr>
              <a:t>Classifications</a:t>
            </a:r>
            <a:r>
              <a:rPr lang="en-US" sz="1400" dirty="0"/>
              <a:t> can either be build-in (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System</a:t>
            </a:r>
            <a:r>
              <a:rPr lang="en-US" sz="1400" dirty="0"/>
              <a:t>) or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custom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A4B805-1A27-22FD-61F0-0020BD16E98C}"/>
              </a:ext>
            </a:extLst>
          </p:cNvPr>
          <p:cNvCxnSpPr>
            <a:cxnSpLocks/>
          </p:cNvCxnSpPr>
          <p:nvPr/>
        </p:nvCxnSpPr>
        <p:spPr>
          <a:xfrm flipH="1">
            <a:off x="1446835" y="2454442"/>
            <a:ext cx="5978173" cy="2020707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37DB651-6A92-5444-32F9-F6AF032F0532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4A0BA29-EF15-273D-476C-80924809C415}"/>
              </a:ext>
            </a:extLst>
          </p:cNvPr>
          <p:cNvSpPr/>
          <p:nvPr/>
        </p:nvSpPr>
        <p:spPr>
          <a:xfrm>
            <a:off x="1910326" y="2077397"/>
            <a:ext cx="1402080" cy="52832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65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20F7-BD72-674C-CEEC-13A83256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BC0637-3388-5061-C1B6-1D95D83B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2388"/>
            <a:ext cx="7772400" cy="47568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CCCCE6-E4E3-9DAA-10E7-F365CD814594}"/>
              </a:ext>
            </a:extLst>
          </p:cNvPr>
          <p:cNvSpPr txBox="1"/>
          <p:nvPr/>
        </p:nvSpPr>
        <p:spPr>
          <a:xfrm>
            <a:off x="601884" y="578734"/>
            <a:ext cx="7281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 </a:t>
            </a:r>
            <a:r>
              <a:rPr lang="en-US" dirty="0"/>
              <a:t>–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Classifications </a:t>
            </a:r>
            <a:r>
              <a:rPr lang="en-US" dirty="0"/>
              <a:t>consists of one or more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 rules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4B289-33BF-7402-B4F4-CC833BE390F3}"/>
              </a:ext>
            </a:extLst>
          </p:cNvPr>
          <p:cNvSpPr txBox="1"/>
          <p:nvPr/>
        </p:nvSpPr>
        <p:spPr>
          <a:xfrm>
            <a:off x="7425008" y="2228671"/>
            <a:ext cx="4109316" cy="2431435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classifications</a:t>
            </a:r>
            <a:r>
              <a:rPr lang="en-US" u="sng" dirty="0"/>
              <a:t>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rules</a:t>
            </a:r>
            <a:r>
              <a:rPr lang="en-US" u="sng" dirty="0"/>
              <a:t> </a:t>
            </a:r>
            <a:r>
              <a:rPr lang="en-US" dirty="0"/>
              <a:t>defines the “pattern” of the element the scan should find.</a:t>
            </a:r>
          </a:p>
          <a:p>
            <a:endParaRPr lang="en-US" dirty="0"/>
          </a:p>
          <a:p>
            <a:r>
              <a:rPr lang="en-US" sz="1600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system classification also has a rule, but those are not listed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about those can be found </a:t>
            </a:r>
            <a:r>
              <a:rPr lang="en-US" sz="1600" dirty="0">
                <a:hlinkClick r:id="rId3"/>
              </a:rPr>
              <a:t>here</a:t>
            </a:r>
            <a:r>
              <a:rPr lang="en-US" sz="1600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EBF00E-8455-8DFC-826C-FDA03E5C4E63}"/>
              </a:ext>
            </a:extLst>
          </p:cNvPr>
          <p:cNvCxnSpPr>
            <a:cxnSpLocks/>
          </p:cNvCxnSpPr>
          <p:nvPr/>
        </p:nvCxnSpPr>
        <p:spPr>
          <a:xfrm flipH="1">
            <a:off x="1516284" y="2435192"/>
            <a:ext cx="5908724" cy="2130978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ADBFBA8-A4CD-BAE6-659D-0C167F9C0F24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667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1053-09AA-4C66-F702-EF3C7D30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09D49-A5E4-468D-D9F4-855882AA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01" y="1596012"/>
            <a:ext cx="8722924" cy="40292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D503AC-ADF5-C8A5-DDEA-3DBCABFC949B}"/>
              </a:ext>
            </a:extLst>
          </p:cNvPr>
          <p:cNvSpPr txBox="1"/>
          <p:nvPr/>
        </p:nvSpPr>
        <p:spPr>
          <a:xfrm>
            <a:off x="601884" y="578734"/>
            <a:ext cx="436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 </a:t>
            </a:r>
            <a:r>
              <a:rPr lang="en-US" dirty="0"/>
              <a:t>–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 rules </a:t>
            </a:r>
            <a:r>
              <a:rPr lang="en-US" dirty="0"/>
              <a:t>creation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5F0B7-BF3E-DA3D-CCAD-6762E44121AD}"/>
              </a:ext>
            </a:extLst>
          </p:cNvPr>
          <p:cNvSpPr txBox="1"/>
          <p:nvPr/>
        </p:nvSpPr>
        <p:spPr>
          <a:xfrm>
            <a:off x="7741383" y="4088256"/>
            <a:ext cx="4109316" cy="1631216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classifications</a:t>
            </a:r>
            <a:r>
              <a:rPr lang="en-US" u="sng" dirty="0"/>
              <a:t>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rule</a:t>
            </a:r>
            <a:r>
              <a:rPr lang="en-US" u="sng" dirty="0"/>
              <a:t> </a:t>
            </a:r>
            <a:r>
              <a:rPr lang="en-US" dirty="0"/>
              <a:t>has a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nam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dirty="0"/>
              <a:t> and belongs to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Classifications rules</a:t>
            </a:r>
            <a:r>
              <a:rPr lang="en-US" sz="1400" dirty="0"/>
              <a:t> can either be a regular expression or a list values.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35E4D4-12B1-FD25-1DA1-34C0B0493B59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558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AFA9-45ED-E094-72C7-2DE51EF9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254960-4F98-0532-5B0E-D21045FB0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16" y="1779440"/>
            <a:ext cx="8204594" cy="3787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8721B0-FBBC-719B-7AF6-7F530F3E32F9}"/>
              </a:ext>
            </a:extLst>
          </p:cNvPr>
          <p:cNvSpPr txBox="1"/>
          <p:nvPr/>
        </p:nvSpPr>
        <p:spPr>
          <a:xfrm>
            <a:off x="601884" y="578734"/>
            <a:ext cx="436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Classification </a:t>
            </a:r>
            <a:r>
              <a:rPr lang="en-US" dirty="0"/>
              <a:t>–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Classification rules </a:t>
            </a:r>
            <a:r>
              <a:rPr lang="en-US" dirty="0"/>
              <a:t>creation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DCDE2-6652-E788-715D-D6531B31F4DB}"/>
              </a:ext>
            </a:extLst>
          </p:cNvPr>
          <p:cNvSpPr txBox="1"/>
          <p:nvPr/>
        </p:nvSpPr>
        <p:spPr>
          <a:xfrm>
            <a:off x="7656491" y="3503836"/>
            <a:ext cx="4109316" cy="1908215"/>
          </a:xfrm>
          <a:prstGeom prst="rect">
            <a:avLst/>
          </a:prstGeom>
          <a:solidFill>
            <a:srgbClr val="FFFDF9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regular expressions </a:t>
            </a:r>
            <a:r>
              <a:rPr lang="en-US" dirty="0"/>
              <a:t>can define one or more “patterns” in 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data itself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u="sng" dirty="0"/>
              <a:t>and/or </a:t>
            </a:r>
            <a:r>
              <a:rPr lang="en-US" dirty="0"/>
              <a:t>the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name</a:t>
            </a:r>
            <a:r>
              <a:rPr lang="en-US" dirty="0"/>
              <a:t> of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columns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You can make any combination of rules of data or column names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0CF14A-F85F-F3C4-A6A2-CC655A366349}"/>
              </a:ext>
            </a:extLst>
          </p:cNvPr>
          <p:cNvCxnSpPr>
            <a:cxnSpLocks/>
          </p:cNvCxnSpPr>
          <p:nvPr/>
        </p:nvCxnSpPr>
        <p:spPr>
          <a:xfrm>
            <a:off x="11194648" y="4256588"/>
            <a:ext cx="0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305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ECDD-9C41-E227-751A-8BE25C2B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6A7571-2B28-5120-B35C-DEF4B48941DB}"/>
              </a:ext>
            </a:extLst>
          </p:cNvPr>
          <p:cNvSpPr txBox="1"/>
          <p:nvPr/>
        </p:nvSpPr>
        <p:spPr>
          <a:xfrm>
            <a:off x="617786" y="1191885"/>
            <a:ext cx="77916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Gives you possibility to mark data assets to reflect the intended usage. </a:t>
            </a:r>
          </a:p>
          <a:p>
            <a:endParaRPr lang="en-US" sz="1600" dirty="0"/>
          </a:p>
          <a:p>
            <a:r>
              <a:rPr lang="en-US" sz="1600" dirty="0"/>
              <a:t>Sensitivity labels comes from Microsoft 365 and hence you need a license for this. </a:t>
            </a:r>
          </a:p>
          <a:p>
            <a:endParaRPr lang="en-US" sz="1600" dirty="0"/>
          </a:p>
          <a:p>
            <a:r>
              <a:rPr lang="en-US" sz="1600" dirty="0"/>
              <a:t>You can not create these labels within Purview itself. </a:t>
            </a:r>
          </a:p>
          <a:p>
            <a:endParaRPr lang="en-US" sz="1600" dirty="0"/>
          </a:p>
          <a:p>
            <a:r>
              <a:rPr lang="en-US" sz="1600" dirty="0"/>
              <a:t>Sensitivity labels often has a structure like Public -&gt; Internal -&gt; Confidential. This represents a way of handling files/mails, where we want to be able to control how those can be distributed. The challenge here is that the Purviews Data Governance part handles databases -&gt; Tables -&gt; Columns. So, care should be taken on how to use sensitivity labels on data assets. </a:t>
            </a:r>
          </a:p>
          <a:p>
            <a:endParaRPr lang="en-US" sz="1600" dirty="0"/>
          </a:p>
          <a:p>
            <a:r>
              <a:rPr lang="en-US" sz="1600" dirty="0"/>
              <a:t>Also note that Purview Data Governance is “passive”, it does not enforce – nor have the capability to enforce – such labels. 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For guidance on Microsoft 365  please see here - </a:t>
            </a:r>
            <a:r>
              <a:rPr lang="en-US" sz="1600" dirty="0">
                <a:hlinkClick r:id="rId2"/>
              </a:rPr>
              <a:t>https://learn.microsoft.com/en-us/purview/sensitivity-labels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2A9F4-54B8-15D2-E0BE-B29165244995}"/>
              </a:ext>
            </a:extLst>
          </p:cNvPr>
          <p:cNvSpPr txBox="1"/>
          <p:nvPr/>
        </p:nvSpPr>
        <p:spPr>
          <a:xfrm>
            <a:off x="617786" y="447358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Sensitivity labels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429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56E2-D6C0-DCF1-C8EC-52AE137B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7BB27-0AFC-D12F-4737-150273325FA2}"/>
              </a:ext>
            </a:extLst>
          </p:cNvPr>
          <p:cNvSpPr txBox="1"/>
          <p:nvPr/>
        </p:nvSpPr>
        <p:spPr>
          <a:xfrm>
            <a:off x="5522122" y="2843918"/>
            <a:ext cx="3863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Edit a data asset</a:t>
            </a:r>
          </a:p>
        </p:txBody>
      </p:sp>
    </p:spTree>
    <p:extLst>
      <p:ext uri="{BB962C8B-B14F-4D97-AF65-F5344CB8AC3E}">
        <p14:creationId xmlns:p14="http://schemas.microsoft.com/office/powerpoint/2010/main" val="3717846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2344F6-6D55-22EF-FF2E-33723144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53" y="1298888"/>
            <a:ext cx="7772400" cy="42602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AD3A8-3163-A7C2-E581-69BA6271AE34}"/>
              </a:ext>
            </a:extLst>
          </p:cNvPr>
          <p:cNvSpPr txBox="1"/>
          <p:nvPr/>
        </p:nvSpPr>
        <p:spPr>
          <a:xfrm>
            <a:off x="601884" y="578734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edit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E6660-07FF-23D7-BB97-B02DACE1C22A}"/>
              </a:ext>
            </a:extLst>
          </p:cNvPr>
          <p:cNvSpPr txBox="1"/>
          <p:nvPr/>
        </p:nvSpPr>
        <p:spPr>
          <a:xfrm>
            <a:off x="4392892" y="4381580"/>
            <a:ext cx="6535254" cy="1477328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edit a data asset, you can either press </a:t>
            </a:r>
            <a:r>
              <a:rPr lang="en-US" b="1" u="sng" dirty="0">
                <a:solidFill>
                  <a:srgbClr val="00B050"/>
                </a:solidFill>
              </a:rPr>
              <a:t>edit</a:t>
            </a:r>
            <a:r>
              <a:rPr lang="en-US" dirty="0"/>
              <a:t>, to edit a single asset or press </a:t>
            </a:r>
            <a:r>
              <a:rPr lang="en-US" b="1" u="sng" dirty="0">
                <a:solidFill>
                  <a:srgbClr val="00B050"/>
                </a:solidFill>
              </a:rPr>
              <a:t>Select for bulk </a:t>
            </a:r>
            <a:r>
              <a:rPr lang="en-US" dirty="0"/>
              <a:t>edit to mark this asset to a list where you edit multiple assets in one go.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 – you can </a:t>
            </a:r>
            <a:r>
              <a:rPr lang="en-US" u="sng" dirty="0">
                <a:solidFill>
                  <a:srgbClr val="00B050"/>
                </a:solidFill>
              </a:rPr>
              <a:t>add tags </a:t>
            </a:r>
            <a:r>
              <a:rPr lang="en-US" dirty="0"/>
              <a:t>without pressing </a:t>
            </a:r>
            <a:r>
              <a:rPr lang="en-US" b="1" dirty="0">
                <a:solidFill>
                  <a:srgbClr val="00B050"/>
                </a:solidFill>
              </a:rPr>
              <a:t>edit</a:t>
            </a:r>
            <a:r>
              <a:rPr lang="en-US" dirty="0"/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0C4EAB-9CCB-C337-2D7F-32ECCAEA3EEF}"/>
              </a:ext>
            </a:extLst>
          </p:cNvPr>
          <p:cNvCxnSpPr>
            <a:cxnSpLocks/>
          </p:cNvCxnSpPr>
          <p:nvPr/>
        </p:nvCxnSpPr>
        <p:spPr>
          <a:xfrm flipH="1" flipV="1">
            <a:off x="2620652" y="1941922"/>
            <a:ext cx="3409694" cy="378888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37B2D1-7F2D-12DD-B31F-C12A82A71B3A}"/>
              </a:ext>
            </a:extLst>
          </p:cNvPr>
          <p:cNvCxnSpPr>
            <a:cxnSpLocks/>
          </p:cNvCxnSpPr>
          <p:nvPr/>
        </p:nvCxnSpPr>
        <p:spPr>
          <a:xfrm flipH="1" flipV="1">
            <a:off x="2253006" y="2111604"/>
            <a:ext cx="6202837" cy="2499184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A9EC06-47C5-51FE-A977-5CEA469CB345}"/>
              </a:ext>
            </a:extLst>
          </p:cNvPr>
          <p:cNvCxnSpPr>
            <a:cxnSpLocks/>
          </p:cNvCxnSpPr>
          <p:nvPr/>
        </p:nvCxnSpPr>
        <p:spPr>
          <a:xfrm flipH="1" flipV="1">
            <a:off x="2922309" y="2111604"/>
            <a:ext cx="2959644" cy="2806485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48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DF607C-124A-F6D0-EA2A-05476FE54AFC}"/>
              </a:ext>
            </a:extLst>
          </p:cNvPr>
          <p:cNvSpPr txBox="1"/>
          <p:nvPr/>
        </p:nvSpPr>
        <p:spPr>
          <a:xfrm>
            <a:off x="4703975" y="2988297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a single data asset</a:t>
            </a:r>
          </a:p>
        </p:txBody>
      </p:sp>
    </p:spTree>
    <p:extLst>
      <p:ext uri="{BB962C8B-B14F-4D97-AF65-F5344CB8AC3E}">
        <p14:creationId xmlns:p14="http://schemas.microsoft.com/office/powerpoint/2010/main" val="306284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65155-77E1-375E-BFC9-73AD49632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09" y="1207271"/>
            <a:ext cx="7772400" cy="4443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9B4D5B-2C40-2EF1-6DC5-776918281B6E}"/>
              </a:ext>
            </a:extLst>
          </p:cNvPr>
          <p:cNvSpPr txBox="1"/>
          <p:nvPr/>
        </p:nvSpPr>
        <p:spPr>
          <a:xfrm>
            <a:off x="573603" y="578734"/>
            <a:ext cx="5003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1a - Edit a single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 </a:t>
            </a:r>
            <a:r>
              <a:rPr lang="en-US" dirty="0"/>
              <a:t>overview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DCA1F-6801-E346-2200-A686E8CB0372}"/>
              </a:ext>
            </a:extLst>
          </p:cNvPr>
          <p:cNvSpPr txBox="1"/>
          <p:nvPr/>
        </p:nvSpPr>
        <p:spPr>
          <a:xfrm>
            <a:off x="6016255" y="581996"/>
            <a:ext cx="5003679" cy="923330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 - The tabs shown are in the same order as the ones when viewing the data asset, but only the ones where you can edit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56CEB-3081-FC5B-9314-9EA7A138D8DE}"/>
              </a:ext>
            </a:extLst>
          </p:cNvPr>
          <p:cNvSpPr txBox="1"/>
          <p:nvPr/>
        </p:nvSpPr>
        <p:spPr>
          <a:xfrm>
            <a:off x="6016255" y="1668936"/>
            <a:ext cx="5804957" cy="4801314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Name</a:t>
            </a:r>
            <a:r>
              <a:rPr lang="en-US" dirty="0"/>
              <a:t> - you can enter another name for the data asset, the original name is kept, but then not shown.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Asset description</a:t>
            </a:r>
            <a:r>
              <a:rPr lang="en-US" dirty="0"/>
              <a:t> - any text reflecting the data asset.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Classification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– you can add/change classification connected to this data asset (see here)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Glossary terms</a:t>
            </a:r>
            <a:r>
              <a:rPr lang="en-US" dirty="0"/>
              <a:t> - you can add/change glossary terms suitable for this data asset (see here)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Certified</a:t>
            </a:r>
            <a:r>
              <a:rPr lang="en-US" dirty="0"/>
              <a:t> – is a “simple” yes/no button. Can be used to distinguish between reviewed and not reviews assets.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Data asset attributes</a:t>
            </a:r>
            <a:r>
              <a:rPr lang="en-US" dirty="0"/>
              <a:t> - will be available if you you have created “custom attributes” for this data asset type (see here).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AB92A1-EA80-5E8C-5A3F-0F189996687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413262" y="1043661"/>
            <a:ext cx="3602993" cy="625275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633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A4C90E-F347-D14B-D794-021655B08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40" y="1358100"/>
            <a:ext cx="7772400" cy="4443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D10D61-7D11-C578-E60F-2B9FEAE0069B}"/>
              </a:ext>
            </a:extLst>
          </p:cNvPr>
          <p:cNvSpPr txBox="1"/>
          <p:nvPr/>
        </p:nvSpPr>
        <p:spPr>
          <a:xfrm>
            <a:off x="4553147" y="2746842"/>
            <a:ext cx="7361549" cy="3693319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Column Name</a:t>
            </a:r>
            <a:r>
              <a:rPr lang="en-US" dirty="0"/>
              <a:t> - you can enter another name for the data asset, the original name is kept, but then not shown.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Column level Classification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– you can add/change classification connected to this data asset (see here)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Glossary terms</a:t>
            </a:r>
            <a:r>
              <a:rPr lang="en-US" dirty="0"/>
              <a:t> - you can add/change glossary terms suitable for this data asset (see here)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Data type</a:t>
            </a:r>
            <a:r>
              <a:rPr lang="en-US" dirty="0"/>
              <a:t> – you can change the data type for this column. Note that Purview is not concerned about length and precision.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Asset description</a:t>
            </a:r>
            <a:r>
              <a:rPr lang="en-US" dirty="0"/>
              <a:t> - any text reflecting the data asset.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48A70-4FB0-C6A4-F222-039FBEF45019}"/>
              </a:ext>
            </a:extLst>
          </p:cNvPr>
          <p:cNvSpPr txBox="1"/>
          <p:nvPr/>
        </p:nvSpPr>
        <p:spPr>
          <a:xfrm>
            <a:off x="573603" y="578734"/>
            <a:ext cx="507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1b - Edit a single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r>
              <a:rPr lang="en-US" dirty="0"/>
              <a:t> – schema information</a:t>
            </a:r>
          </a:p>
        </p:txBody>
      </p:sp>
    </p:spTree>
    <p:extLst>
      <p:ext uri="{BB962C8B-B14F-4D97-AF65-F5344CB8AC3E}">
        <p14:creationId xmlns:p14="http://schemas.microsoft.com/office/powerpoint/2010/main" val="7660102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7B7A2B-E760-97C6-889E-CE7FE7EF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61" y="1207271"/>
            <a:ext cx="7772400" cy="4443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773D2B-0455-353E-0F4B-4ACE70F269D8}"/>
              </a:ext>
            </a:extLst>
          </p:cNvPr>
          <p:cNvSpPr txBox="1"/>
          <p:nvPr/>
        </p:nvSpPr>
        <p:spPr>
          <a:xfrm>
            <a:off x="4717329" y="2152954"/>
            <a:ext cx="7361549" cy="1754326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 this screen you can add/change lineage information that is wrong or missing.</a:t>
            </a:r>
          </a:p>
          <a:p>
            <a:endParaRPr lang="en-US" dirty="0"/>
          </a:p>
          <a:p>
            <a:r>
              <a:rPr lang="en-US" dirty="0"/>
              <a:t>You can only add lineage to existing data assets. </a:t>
            </a:r>
          </a:p>
          <a:p>
            <a:endParaRPr lang="en-US" dirty="0"/>
          </a:p>
          <a:p>
            <a:r>
              <a:rPr lang="en-US" dirty="0"/>
              <a:t>You can also change the direction of the “lineage”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19B28-A09B-D167-DFCA-3E39EBF774B7}"/>
              </a:ext>
            </a:extLst>
          </p:cNvPr>
          <p:cNvSpPr txBox="1"/>
          <p:nvPr/>
        </p:nvSpPr>
        <p:spPr>
          <a:xfrm>
            <a:off x="573603" y="578734"/>
            <a:ext cx="501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1c - Edit a single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r>
              <a:rPr lang="en-US" dirty="0"/>
              <a:t> – lineage information</a:t>
            </a:r>
          </a:p>
        </p:txBody>
      </p:sp>
    </p:spTree>
    <p:extLst>
      <p:ext uri="{BB962C8B-B14F-4D97-AF65-F5344CB8AC3E}">
        <p14:creationId xmlns:p14="http://schemas.microsoft.com/office/powerpoint/2010/main" val="34918909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034051-7576-1CD0-F903-0A83A7F94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80" y="1376954"/>
            <a:ext cx="7772400" cy="44434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707E7-8F6C-592A-9A19-8F27C622D96A}"/>
              </a:ext>
            </a:extLst>
          </p:cNvPr>
          <p:cNvSpPr txBox="1"/>
          <p:nvPr/>
        </p:nvSpPr>
        <p:spPr>
          <a:xfrm>
            <a:off x="4500905" y="3296555"/>
            <a:ext cx="7361549" cy="2031325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 this screen you can add/change any number of </a:t>
            </a:r>
            <a:r>
              <a:rPr lang="en-US" b="1" u="sng" dirty="0">
                <a:solidFill>
                  <a:srgbClr val="00B050"/>
                </a:solidFill>
              </a:rPr>
              <a:t>Experts</a:t>
            </a:r>
            <a:r>
              <a:rPr lang="en-US" dirty="0"/>
              <a:t> or </a:t>
            </a:r>
            <a:r>
              <a:rPr lang="en-US" b="1" u="sng" dirty="0">
                <a:solidFill>
                  <a:srgbClr val="00B050"/>
                </a:solidFill>
              </a:rPr>
              <a:t>Owners</a:t>
            </a:r>
            <a:r>
              <a:rPr lang="en-US" dirty="0"/>
              <a:t> for a data asset.</a:t>
            </a:r>
          </a:p>
          <a:p>
            <a:endParaRPr lang="en-US" dirty="0"/>
          </a:p>
          <a:p>
            <a:r>
              <a:rPr lang="en-US" dirty="0"/>
              <a:t>Please note that this can be combination of groups and users.</a:t>
            </a:r>
          </a:p>
          <a:p>
            <a:endParaRPr lang="en-US" dirty="0"/>
          </a:p>
          <a:p>
            <a:r>
              <a:rPr lang="en-US" dirty="0"/>
              <a:t>It is preferable to only use groups and then maintain the users in these group using Entra ID.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45E87-B24A-9187-6A8B-1AD4DFD3C7D0}"/>
              </a:ext>
            </a:extLst>
          </p:cNvPr>
          <p:cNvSpPr txBox="1"/>
          <p:nvPr/>
        </p:nvSpPr>
        <p:spPr>
          <a:xfrm>
            <a:off x="573603" y="578734"/>
            <a:ext cx="502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1c - Edit a single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</a:t>
            </a:r>
            <a:r>
              <a:rPr lang="en-US" dirty="0"/>
              <a:t> –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4220055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A272-94E2-EDDF-6A64-9A957494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F19E7-3263-C062-7143-1F5770228FA9}"/>
              </a:ext>
            </a:extLst>
          </p:cNvPr>
          <p:cNvSpPr txBox="1"/>
          <p:nvPr/>
        </p:nvSpPr>
        <p:spPr>
          <a:xfrm>
            <a:off x="4703975" y="2988297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multiple data asset</a:t>
            </a:r>
          </a:p>
        </p:txBody>
      </p:sp>
    </p:spTree>
    <p:extLst>
      <p:ext uri="{BB962C8B-B14F-4D97-AF65-F5344CB8AC3E}">
        <p14:creationId xmlns:p14="http://schemas.microsoft.com/office/powerpoint/2010/main" val="8479582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23CB1E-7614-7E17-1F35-33857208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27" y="1243773"/>
            <a:ext cx="7772400" cy="4370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D12EED-CFA8-A6BF-02E5-C51A8DCCBD39}"/>
              </a:ext>
            </a:extLst>
          </p:cNvPr>
          <p:cNvSpPr txBox="1"/>
          <p:nvPr/>
        </p:nvSpPr>
        <p:spPr>
          <a:xfrm>
            <a:off x="573603" y="578734"/>
            <a:ext cx="4135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2a - Select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  <a:r>
              <a:rPr lang="en-US" dirty="0"/>
              <a:t> to be bulk edited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74C88-993F-5109-6AC1-81AA80EF6976}"/>
              </a:ext>
            </a:extLst>
          </p:cNvPr>
          <p:cNvSpPr txBox="1"/>
          <p:nvPr/>
        </p:nvSpPr>
        <p:spPr>
          <a:xfrm>
            <a:off x="4604601" y="2520599"/>
            <a:ext cx="7361549" cy="2031325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When you press </a:t>
            </a:r>
            <a:r>
              <a:rPr lang="en-US" b="1" u="sng" dirty="0">
                <a:solidFill>
                  <a:srgbClr val="00B050"/>
                </a:solidFill>
              </a:rPr>
              <a:t>Select for bulk edit</a:t>
            </a:r>
            <a:r>
              <a:rPr lang="en-US" dirty="0"/>
              <a:t> the </a:t>
            </a:r>
            <a:r>
              <a:rPr lang="en-US" b="1" u="sng" dirty="0">
                <a:solidFill>
                  <a:srgbClr val="00B050"/>
                </a:solidFill>
              </a:rPr>
              <a:t>number</a:t>
            </a:r>
            <a:r>
              <a:rPr lang="en-US" dirty="0"/>
              <a:t> of selected data assets are show in the bottom of the screen.</a:t>
            </a:r>
          </a:p>
          <a:p>
            <a:endParaRPr lang="en-US" dirty="0"/>
          </a:p>
          <a:p>
            <a:r>
              <a:rPr lang="en-US" dirty="0"/>
              <a:t>You could press </a:t>
            </a:r>
            <a:r>
              <a:rPr lang="en-US" b="1" u="sng" dirty="0">
                <a:solidFill>
                  <a:srgbClr val="00B050"/>
                </a:solidFill>
              </a:rPr>
              <a:t>Remove from bulk edit </a:t>
            </a:r>
            <a:r>
              <a:rPr lang="en-US" dirty="0"/>
              <a:t>if you made a wrong selection.</a:t>
            </a:r>
          </a:p>
          <a:p>
            <a:endParaRPr lang="en-US" dirty="0"/>
          </a:p>
          <a:p>
            <a:r>
              <a:rPr lang="en-US" dirty="0"/>
              <a:t>When you are ready to continue with the bulk edit process, press </a:t>
            </a:r>
            <a:r>
              <a:rPr lang="en-US" b="1" u="sng" dirty="0">
                <a:solidFill>
                  <a:srgbClr val="00B050"/>
                </a:solidFill>
              </a:rPr>
              <a:t>View selected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C7837F-D831-2B8B-F526-BC8C8F96FEE4}"/>
              </a:ext>
            </a:extLst>
          </p:cNvPr>
          <p:cNvCxnSpPr>
            <a:cxnSpLocks/>
          </p:cNvCxnSpPr>
          <p:nvPr/>
        </p:nvCxnSpPr>
        <p:spPr>
          <a:xfrm flipH="1">
            <a:off x="7909089" y="2808125"/>
            <a:ext cx="1020049" cy="2640568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71A570-CEE6-2715-02CF-1D1AF383BC36}"/>
              </a:ext>
            </a:extLst>
          </p:cNvPr>
          <p:cNvCxnSpPr>
            <a:cxnSpLocks/>
          </p:cNvCxnSpPr>
          <p:nvPr/>
        </p:nvCxnSpPr>
        <p:spPr>
          <a:xfrm flipH="1">
            <a:off x="8135338" y="4211176"/>
            <a:ext cx="2969437" cy="1281625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7289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C885E6-C6C8-0DDD-68CE-0A0EF28D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0" y="1347468"/>
            <a:ext cx="7772400" cy="4370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0359E5-35DA-A07B-74CB-7E67565D5189}"/>
              </a:ext>
            </a:extLst>
          </p:cNvPr>
          <p:cNvSpPr txBox="1"/>
          <p:nvPr/>
        </p:nvSpPr>
        <p:spPr>
          <a:xfrm>
            <a:off x="573603" y="578734"/>
            <a:ext cx="3653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2b - Select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  <a:r>
              <a:rPr lang="en-US" dirty="0"/>
              <a:t> to be edited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77F0C-9B81-E25D-CDBE-16E5BB1B4645}"/>
              </a:ext>
            </a:extLst>
          </p:cNvPr>
          <p:cNvSpPr txBox="1"/>
          <p:nvPr/>
        </p:nvSpPr>
        <p:spPr>
          <a:xfrm>
            <a:off x="4604601" y="2520599"/>
            <a:ext cx="7361549" cy="2585323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screen shows the data assets </a:t>
            </a:r>
            <a:r>
              <a:rPr lang="en-US" b="1" u="sng" dirty="0">
                <a:solidFill>
                  <a:srgbClr val="00B050"/>
                </a:solidFill>
              </a:rPr>
              <a:t>Selected for bulk edit.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You can press </a:t>
            </a:r>
            <a:r>
              <a:rPr lang="en-US" b="1" u="sng" dirty="0">
                <a:solidFill>
                  <a:srgbClr val="00B050"/>
                </a:solidFill>
              </a:rPr>
              <a:t>Bulk edit</a:t>
            </a:r>
            <a:r>
              <a:rPr lang="en-US" dirty="0"/>
              <a:t> and proceed.</a:t>
            </a:r>
          </a:p>
          <a:p>
            <a:endParaRPr lang="en-US" dirty="0"/>
          </a:p>
          <a:p>
            <a:r>
              <a:rPr lang="en-US" dirty="0"/>
              <a:t>You can also press </a:t>
            </a:r>
            <a:r>
              <a:rPr lang="en-US" b="1" u="sng" dirty="0">
                <a:solidFill>
                  <a:srgbClr val="00B050"/>
                </a:solidFill>
              </a:rPr>
              <a:t>Deselect all and close</a:t>
            </a:r>
            <a:r>
              <a:rPr lang="en-US" dirty="0"/>
              <a:t> to abort the bulk edit operation.</a:t>
            </a:r>
          </a:p>
          <a:p>
            <a:endParaRPr lang="en-US" dirty="0"/>
          </a:p>
          <a:p>
            <a:r>
              <a:rPr lang="en-US" dirty="0"/>
              <a:t>Or you can press </a:t>
            </a:r>
            <a:r>
              <a:rPr lang="en-US" b="1" u="sng" dirty="0">
                <a:solidFill>
                  <a:srgbClr val="00B050"/>
                </a:solidFill>
              </a:rPr>
              <a:t>Close</a:t>
            </a:r>
            <a:r>
              <a:rPr lang="en-US" dirty="0"/>
              <a:t> and continue adding more data assets for bulk edit.</a:t>
            </a:r>
          </a:p>
        </p:txBody>
      </p:sp>
    </p:spTree>
    <p:extLst>
      <p:ext uri="{BB962C8B-B14F-4D97-AF65-F5344CB8AC3E}">
        <p14:creationId xmlns:p14="http://schemas.microsoft.com/office/powerpoint/2010/main" val="4292431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46137-DF5F-C2D7-639A-58FFF3B1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6" y="1309761"/>
            <a:ext cx="7772400" cy="4370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77694-F41F-427D-77F3-FAFCB44227F2}"/>
              </a:ext>
            </a:extLst>
          </p:cNvPr>
          <p:cNvSpPr txBox="1"/>
          <p:nvPr/>
        </p:nvSpPr>
        <p:spPr>
          <a:xfrm>
            <a:off x="573603" y="578734"/>
            <a:ext cx="617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2c – Choose attributes for be bulk edited for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assets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3B7E0-A09A-EA9A-C1AE-F1503BAA7465}"/>
              </a:ext>
            </a:extLst>
          </p:cNvPr>
          <p:cNvSpPr txBox="1"/>
          <p:nvPr/>
        </p:nvSpPr>
        <p:spPr>
          <a:xfrm>
            <a:off x="4689442" y="2202325"/>
            <a:ext cx="7361549" cy="3139321"/>
          </a:xfrm>
          <a:prstGeom prst="rect">
            <a:avLst/>
          </a:prstGeom>
          <a:solidFill>
            <a:srgbClr val="FFFDF9">
              <a:alpha val="91933"/>
            </a:srgb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 this screen you can choose any number of combinations</a:t>
            </a:r>
          </a:p>
          <a:p>
            <a:r>
              <a:rPr lang="en-US" dirty="0"/>
              <a:t>of </a:t>
            </a:r>
            <a:r>
              <a:rPr lang="en-US" b="1" u="sng" dirty="0">
                <a:solidFill>
                  <a:srgbClr val="00B050"/>
                </a:solidFill>
              </a:rPr>
              <a:t>Attribute</a:t>
            </a:r>
            <a:r>
              <a:rPr lang="en-US" dirty="0"/>
              <a:t>, </a:t>
            </a:r>
            <a:r>
              <a:rPr lang="en-US" b="1" u="sng" dirty="0">
                <a:solidFill>
                  <a:srgbClr val="00B050"/>
                </a:solidFill>
              </a:rPr>
              <a:t>Operation</a:t>
            </a:r>
            <a:r>
              <a:rPr lang="en-US" dirty="0"/>
              <a:t> and </a:t>
            </a:r>
            <a:r>
              <a:rPr lang="en-US" b="1" u="sng" dirty="0">
                <a:solidFill>
                  <a:srgbClr val="00B050"/>
                </a:solidFill>
              </a:rPr>
              <a:t>New Value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Attribut</a:t>
            </a:r>
            <a:r>
              <a:rPr lang="en-US" dirty="0"/>
              <a:t>e can be </a:t>
            </a:r>
            <a:r>
              <a:rPr lang="en-US" dirty="0">
                <a:solidFill>
                  <a:srgbClr val="00B050"/>
                </a:solidFill>
              </a:rPr>
              <a:t>Classification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Term (Glossary)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Owner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Expert</a:t>
            </a:r>
            <a:r>
              <a:rPr lang="en-US" dirty="0"/>
              <a:t> or </a:t>
            </a:r>
            <a:r>
              <a:rPr lang="en-US" dirty="0">
                <a:solidFill>
                  <a:srgbClr val="00B050"/>
                </a:solidFill>
              </a:rPr>
              <a:t>Certified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Operation</a:t>
            </a:r>
            <a:r>
              <a:rPr lang="en-US" dirty="0"/>
              <a:t> can be </a:t>
            </a:r>
            <a:r>
              <a:rPr lang="en-US" dirty="0">
                <a:solidFill>
                  <a:srgbClr val="00B050"/>
                </a:solidFill>
              </a:rPr>
              <a:t>Add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Replace with </a:t>
            </a:r>
            <a:r>
              <a:rPr lang="en-US" dirty="0"/>
              <a:t>or </a:t>
            </a:r>
            <a:r>
              <a:rPr lang="en-US" dirty="0">
                <a:solidFill>
                  <a:srgbClr val="00B050"/>
                </a:solidFill>
              </a:rPr>
              <a:t>Remove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B050"/>
                </a:solidFill>
              </a:rPr>
              <a:t>New value </a:t>
            </a:r>
            <a:r>
              <a:rPr lang="en-US" dirty="0"/>
              <a:t>is the value that should be used with the </a:t>
            </a:r>
            <a:r>
              <a:rPr lang="en-US" dirty="0">
                <a:solidFill>
                  <a:srgbClr val="00B050"/>
                </a:solidFill>
              </a:rPr>
              <a:t>Operation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u="sng" dirty="0">
                <a:solidFill>
                  <a:srgbClr val="00B050"/>
                </a:solidFill>
              </a:rPr>
              <a:t>Apply</a:t>
            </a:r>
            <a:r>
              <a:rPr lang="en-US" dirty="0"/>
              <a:t> button will make Purview do the changes.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540779-9EE4-4099-D66C-CA33FA7357C1}"/>
              </a:ext>
            </a:extLst>
          </p:cNvPr>
          <p:cNvCxnSpPr>
            <a:cxnSpLocks/>
          </p:cNvCxnSpPr>
          <p:nvPr/>
        </p:nvCxnSpPr>
        <p:spPr>
          <a:xfrm flipH="1">
            <a:off x="2450969" y="5231876"/>
            <a:ext cx="2752627" cy="311085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53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CB56-8595-CBAC-EBB4-AFDAF073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2AB0C-17BD-2C27-55BB-00D5E1F44A82}"/>
              </a:ext>
            </a:extLst>
          </p:cNvPr>
          <p:cNvSpPr txBox="1"/>
          <p:nvPr/>
        </p:nvSpPr>
        <p:spPr>
          <a:xfrm>
            <a:off x="5714223" y="2603033"/>
            <a:ext cx="5759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Other items in Data Map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88542-0942-F283-715F-97BF4046B11A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51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944641-BEA2-908E-361F-181C2AFC6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54" y="1255642"/>
            <a:ext cx="2250983" cy="5023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C4B28-2C04-5B9D-B487-735A388D432F}"/>
              </a:ext>
            </a:extLst>
          </p:cNvPr>
          <p:cNvSpPr txBox="1"/>
          <p:nvPr/>
        </p:nvSpPr>
        <p:spPr>
          <a:xfrm>
            <a:off x="424854" y="578734"/>
            <a:ext cx="5171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Data Map you will find also find other items.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26E3B-10AB-229A-7F8C-A810409A5ED7}"/>
              </a:ext>
            </a:extLst>
          </p:cNvPr>
          <p:cNvSpPr txBox="1"/>
          <p:nvPr/>
        </p:nvSpPr>
        <p:spPr>
          <a:xfrm>
            <a:off x="3601844" y="1089798"/>
            <a:ext cx="77861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Pattern rules </a:t>
            </a:r>
            <a:r>
              <a:rPr lang="en-US" dirty="0"/>
              <a:t>– this item is only available if you updated an existing Purview account to the new portal. It covers resource sets.</a:t>
            </a:r>
          </a:p>
          <a:p>
            <a:endParaRPr lang="en-US" dirty="0"/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Integration Runtimes </a:t>
            </a:r>
            <a:r>
              <a:rPr lang="en-US" dirty="0"/>
              <a:t>– here you can see/register integration runtimes used by Purview for scans/data quality.</a:t>
            </a: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Credentials </a:t>
            </a:r>
            <a:r>
              <a:rPr lang="en-US" dirty="0"/>
              <a:t>– for registering/seeing the different </a:t>
            </a:r>
            <a:r>
              <a:rPr lang="en-US" dirty="0" err="1"/>
              <a:t>KeyVault</a:t>
            </a:r>
            <a:r>
              <a:rPr lang="en-US" dirty="0"/>
              <a:t> stores Purview uses to get credentials for the login into the sources.</a:t>
            </a: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Lineage connections </a:t>
            </a:r>
            <a:r>
              <a:rPr lang="en-US" dirty="0"/>
              <a:t>– for seeing/creating connection to </a:t>
            </a:r>
            <a:r>
              <a:rPr lang="en-US" u="sng" dirty="0"/>
              <a:t>Azure Data Factory</a:t>
            </a:r>
            <a:r>
              <a:rPr lang="en-US" dirty="0"/>
              <a:t> and </a:t>
            </a:r>
            <a:r>
              <a:rPr lang="en-US" u="sng" dirty="0"/>
              <a:t>Azure Data Share</a:t>
            </a:r>
            <a:r>
              <a:rPr lang="en-US" dirty="0"/>
              <a:t> used with Purview.</a:t>
            </a: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Managed Identities </a:t>
            </a:r>
            <a:r>
              <a:rPr lang="en-US" dirty="0"/>
              <a:t>– points you to use the Azure Portal to maintain these identities.</a:t>
            </a: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Connections</a:t>
            </a:r>
            <a:r>
              <a:rPr lang="en-US" dirty="0"/>
              <a:t> – connections used for </a:t>
            </a:r>
            <a:r>
              <a:rPr lang="en-US" u="sng" dirty="0"/>
              <a:t>workflows</a:t>
            </a:r>
            <a:r>
              <a:rPr lang="en-US" dirty="0"/>
              <a:t> and </a:t>
            </a:r>
            <a:r>
              <a:rPr lang="en-US" u="sng" dirty="0"/>
              <a:t>protection policies</a:t>
            </a:r>
            <a:r>
              <a:rPr lang="en-US" dirty="0"/>
              <a:t> (NOT for data quality)</a:t>
            </a:r>
          </a:p>
          <a:p>
            <a:endParaRPr lang="en-US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Managed private endpoints </a:t>
            </a:r>
            <a:r>
              <a:rPr lang="en-US" dirty="0"/>
              <a:t>– if you have setup Purview with Private Endpoint, connections can be maintained here.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A6E7AF-C891-15B5-27E7-1977242C7340}"/>
              </a:ext>
            </a:extLst>
          </p:cNvPr>
          <p:cNvCxnSpPr>
            <a:cxnSpLocks/>
          </p:cNvCxnSpPr>
          <p:nvPr/>
        </p:nvCxnSpPr>
        <p:spPr>
          <a:xfrm flipH="1">
            <a:off x="1650380" y="1382751"/>
            <a:ext cx="2051825" cy="2286000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20219A-77DE-4F4F-0310-D71984DA12A0}"/>
              </a:ext>
            </a:extLst>
          </p:cNvPr>
          <p:cNvCxnSpPr>
            <a:cxnSpLocks/>
          </p:cNvCxnSpPr>
          <p:nvPr/>
        </p:nvCxnSpPr>
        <p:spPr>
          <a:xfrm flipH="1">
            <a:off x="1851102" y="2196790"/>
            <a:ext cx="1851103" cy="167268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640914-1D42-5886-AC51-FA11F87F6680}"/>
              </a:ext>
            </a:extLst>
          </p:cNvPr>
          <p:cNvCxnSpPr>
            <a:cxnSpLocks/>
          </p:cNvCxnSpPr>
          <p:nvPr/>
        </p:nvCxnSpPr>
        <p:spPr>
          <a:xfrm flipH="1">
            <a:off x="1650380" y="2999678"/>
            <a:ext cx="2051825" cy="1115122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C3CEB-F4BC-AB49-CC4F-3778CFB891F0}"/>
              </a:ext>
            </a:extLst>
          </p:cNvPr>
          <p:cNvCxnSpPr>
            <a:cxnSpLocks/>
          </p:cNvCxnSpPr>
          <p:nvPr/>
        </p:nvCxnSpPr>
        <p:spPr>
          <a:xfrm flipH="1">
            <a:off x="2141034" y="3869473"/>
            <a:ext cx="1561171" cy="457200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D9488-E4FE-B5EA-37BE-6296AD2314B1}"/>
              </a:ext>
            </a:extLst>
          </p:cNvPr>
          <p:cNvCxnSpPr>
            <a:cxnSpLocks/>
          </p:cNvCxnSpPr>
          <p:nvPr/>
        </p:nvCxnSpPr>
        <p:spPr>
          <a:xfrm flipH="1" flipV="1">
            <a:off x="2141034" y="4572000"/>
            <a:ext cx="1460810" cy="78059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09B37D-24AC-F8E9-C261-8E50AEF08C08}"/>
              </a:ext>
            </a:extLst>
          </p:cNvPr>
          <p:cNvCxnSpPr>
            <a:cxnSpLocks/>
          </p:cNvCxnSpPr>
          <p:nvPr/>
        </p:nvCxnSpPr>
        <p:spPr>
          <a:xfrm flipH="1" flipV="1">
            <a:off x="1728439" y="4817327"/>
            <a:ext cx="1973766" cy="657922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15C563-2316-8473-4991-D6C7A2E2463D}"/>
              </a:ext>
            </a:extLst>
          </p:cNvPr>
          <p:cNvCxnSpPr>
            <a:cxnSpLocks/>
          </p:cNvCxnSpPr>
          <p:nvPr/>
        </p:nvCxnSpPr>
        <p:spPr>
          <a:xfrm flipH="1" flipV="1">
            <a:off x="1984917" y="5096107"/>
            <a:ext cx="1717288" cy="925552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288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8E422-C8DF-4857-D9FD-64358322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63" y="1694398"/>
            <a:ext cx="7772400" cy="34692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720869-6BA3-9AEC-ECE2-1978A9CF92E3}"/>
              </a:ext>
            </a:extLst>
          </p:cNvPr>
          <p:cNvSpPr txBox="1"/>
          <p:nvPr/>
        </p:nvSpPr>
        <p:spPr>
          <a:xfrm>
            <a:off x="424854" y="578734"/>
            <a:ext cx="2691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Pattern Rules</a:t>
            </a:r>
          </a:p>
        </p:txBody>
      </p:sp>
    </p:spTree>
    <p:extLst>
      <p:ext uri="{BB962C8B-B14F-4D97-AF65-F5344CB8AC3E}">
        <p14:creationId xmlns:p14="http://schemas.microsoft.com/office/powerpoint/2010/main" val="616522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70214-3BD0-B144-4FB4-363BEAA0E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6" y="1605188"/>
            <a:ext cx="7772400" cy="34692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D5DA8-B702-ADC8-1E42-11E81540BF19}"/>
              </a:ext>
            </a:extLst>
          </p:cNvPr>
          <p:cNvSpPr txBox="1"/>
          <p:nvPr/>
        </p:nvSpPr>
        <p:spPr>
          <a:xfrm>
            <a:off x="424854" y="578734"/>
            <a:ext cx="3468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Integration Runtimes</a:t>
            </a:r>
          </a:p>
        </p:txBody>
      </p:sp>
    </p:spTree>
    <p:extLst>
      <p:ext uri="{BB962C8B-B14F-4D97-AF65-F5344CB8AC3E}">
        <p14:creationId xmlns:p14="http://schemas.microsoft.com/office/powerpoint/2010/main" val="2797546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D094B-8A8D-16E4-13C5-EA028FEA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60" y="2203644"/>
            <a:ext cx="7772400" cy="2896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98A68F-11DA-E418-E60E-8F6FE333BAC7}"/>
              </a:ext>
            </a:extLst>
          </p:cNvPr>
          <p:cNvSpPr txBox="1"/>
          <p:nvPr/>
        </p:nvSpPr>
        <p:spPr>
          <a:xfrm>
            <a:off x="424854" y="578734"/>
            <a:ext cx="2501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Credentials</a:t>
            </a:r>
          </a:p>
        </p:txBody>
      </p:sp>
    </p:spTree>
    <p:extLst>
      <p:ext uri="{BB962C8B-B14F-4D97-AF65-F5344CB8AC3E}">
        <p14:creationId xmlns:p14="http://schemas.microsoft.com/office/powerpoint/2010/main" val="20545611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47C87A-3239-9E80-DB1C-6C712DFB1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66" y="1980619"/>
            <a:ext cx="7772400" cy="28967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BBAC06-B514-F63B-9F83-5F0CEC6442A9}"/>
              </a:ext>
            </a:extLst>
          </p:cNvPr>
          <p:cNvSpPr txBox="1"/>
          <p:nvPr/>
        </p:nvSpPr>
        <p:spPr>
          <a:xfrm>
            <a:off x="424854" y="578734"/>
            <a:ext cx="342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Lineage connections</a:t>
            </a:r>
          </a:p>
        </p:txBody>
      </p:sp>
    </p:spTree>
    <p:extLst>
      <p:ext uri="{BB962C8B-B14F-4D97-AF65-F5344CB8AC3E}">
        <p14:creationId xmlns:p14="http://schemas.microsoft.com/office/powerpoint/2010/main" val="1741739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5C9B2B-7421-51FF-45B5-9BF6507B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1980619"/>
            <a:ext cx="7772400" cy="28967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FE6BE9-A001-9EBC-2E79-E9CDCDA8CFB5}"/>
              </a:ext>
            </a:extLst>
          </p:cNvPr>
          <p:cNvSpPr txBox="1"/>
          <p:nvPr/>
        </p:nvSpPr>
        <p:spPr>
          <a:xfrm>
            <a:off x="424854" y="578734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1222627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870F9B-F143-4794-D6F0-6350F88AF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" y="1980619"/>
            <a:ext cx="7772400" cy="28967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433E2-BD89-309D-7B12-6B491311D645}"/>
              </a:ext>
            </a:extLst>
          </p:cNvPr>
          <p:cNvSpPr txBox="1"/>
          <p:nvPr/>
        </p:nvSpPr>
        <p:spPr>
          <a:xfrm>
            <a:off x="424854" y="578734"/>
            <a:ext cx="2630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Connections</a:t>
            </a:r>
          </a:p>
        </p:txBody>
      </p:sp>
    </p:spTree>
    <p:extLst>
      <p:ext uri="{BB962C8B-B14F-4D97-AF65-F5344CB8AC3E}">
        <p14:creationId xmlns:p14="http://schemas.microsoft.com/office/powerpoint/2010/main" val="2720497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E203-9D26-06AD-0A32-727F83D9B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143179"/>
            <a:ext cx="7772400" cy="2896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F8F8C-3907-1EC3-A172-9664CF638B3E}"/>
              </a:ext>
            </a:extLst>
          </p:cNvPr>
          <p:cNvSpPr txBox="1"/>
          <p:nvPr/>
        </p:nvSpPr>
        <p:spPr>
          <a:xfrm>
            <a:off x="424854" y="578734"/>
            <a:ext cx="312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Map – Private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06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A2F610-1193-44B2-A4F0-A119C8973799}">
  <ds:schemaRefs>
    <ds:schemaRef ds:uri="http://schemas.microsoft.com/office/2006/documentManagement/types"/>
    <ds:schemaRef ds:uri="http://purl.org/dc/elements/1.1/"/>
    <ds:schemaRef ds:uri="230e9df3-be65-4c73-a93b-d1236ebd677e"/>
    <ds:schemaRef ds:uri="http://purl.org/dc/terms/"/>
    <ds:schemaRef ds:uri="b1c3d6fc-5689-40cc-899d-3b916b4ff5bf"/>
    <ds:schemaRef ds:uri="07c5dfa0-33a3-47dd-bfb7-87fb96739115"/>
    <ds:schemaRef ds:uri="http://purl.org/dc/dcmitype/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23004</TotalTime>
  <Words>2774</Words>
  <Application>Microsoft Macintosh PowerPoint</Application>
  <PresentationFormat>Widescreen</PresentationFormat>
  <Paragraphs>327</Paragraphs>
  <Slides>55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Arial</vt:lpstr>
      <vt:lpstr>Segoe Sans Display</vt:lpstr>
      <vt:lpstr>Segoe Sans Small Semilight</vt:lpstr>
      <vt:lpstr>Segoe Sans Text Semilight</vt:lpstr>
      <vt:lpstr>Segoe UI</vt:lpstr>
      <vt:lpstr>Title Slides</vt:lpstr>
      <vt:lpstr>think-cell Slide</vt:lpstr>
      <vt:lpstr>Governance and Compliance with Microsoft Purview  A getting started guide 2 – Data 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Jan Nygaard Cordtz</cp:lastModifiedBy>
  <cp:revision>10</cp:revision>
  <cp:lastPrinted>2025-06-18T05:57:52Z</cp:lastPrinted>
  <dcterms:created xsi:type="dcterms:W3CDTF">2024-01-23T16:36:38Z</dcterms:created>
  <dcterms:modified xsi:type="dcterms:W3CDTF">2026-02-18T18:15:32Z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