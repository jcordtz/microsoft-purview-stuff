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79" r:id="rId4"/>
  </p:sldMasterIdLst>
  <p:notesMasterIdLst>
    <p:notesMasterId r:id="rId17"/>
  </p:notesMasterIdLst>
  <p:handoutMasterIdLst>
    <p:handoutMasterId r:id="rId18"/>
  </p:handoutMasterIdLst>
  <p:sldIdLst>
    <p:sldId id="2147477909" r:id="rId5"/>
    <p:sldId id="2147483489" r:id="rId6"/>
    <p:sldId id="2147483445" r:id="rId7"/>
    <p:sldId id="2147481795" r:id="rId8"/>
    <p:sldId id="280" r:id="rId9"/>
    <p:sldId id="259" r:id="rId10"/>
    <p:sldId id="266" r:id="rId11"/>
    <p:sldId id="270" r:id="rId12"/>
    <p:sldId id="271" r:id="rId13"/>
    <p:sldId id="258" r:id="rId14"/>
    <p:sldId id="275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urview" id="{7593C3AB-83D1-4EA4-8289-D2C7D92A583A}">
          <p14:sldIdLst>
            <p14:sldId id="2147477909"/>
            <p14:sldId id="2147483489"/>
            <p14:sldId id="2147483445"/>
            <p14:sldId id="2147481795"/>
            <p14:sldId id="280"/>
            <p14:sldId id="259"/>
            <p14:sldId id="266"/>
            <p14:sldId id="270"/>
            <p14:sldId id="271"/>
            <p14:sldId id="258"/>
            <p14:sldId id="275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B41745-652E-2147-2A4A-50176497E60F}" name="Keyuna Evans (CELA)" initials="K(" userId="S::keevans@microsoft.com::653310ed-6ca1-49d8-8b9c-3ff545fb456e" providerId="AD"/>
  <p188:author id="{4EF46D45-980D-9BDC-170B-86C0E967B25D}" name="Jermey Evans (CW)" initials="JE" userId="S::c-jermey.evans@unifyconsulting.com::cd66065b-8769-42d9-96d5-f84ec8f9f654" providerId="AD"/>
  <p188:author id="{A50E3586-ACF4-8FB4-63C0-1DFFB4ABE0F0}" name="Naomi van Bennekom-Verdult" initials="" userId="S::naomiv@microsoft.com::47e659f2-195a-4044-97c0-4fc0fb9de754" providerId="AD"/>
  <p188:author id="{B3D9D7A0-C492-EB33-E6B4-2EBF96925583}" name="Adi Regev" initials="AR" userId="S::adiregev@microsoft.com::13f43db5-1dcf-4dcb-b869-e14646c2a1b4" providerId="AD"/>
  <p188:author id="{7A6080A2-1382-B2F3-6F26-61C055460B22}" name="Cillian Mitchell" initials="CM" userId="S::cimitchell@microsoft.com::52ba4ba3-eafd-460a-98fa-bbd73a3d9c67" providerId="AD"/>
  <p188:author id="{43959FE5-22A0-F8C5-57E3-3E90ACBC26CE}" name="Ellie Lawler" initials="EL" userId="S::ellawler@microsoft.com::05e0f727-5dad-414b-96e1-113a11acf1b4" providerId="AD"/>
  <p188:author id="{251498F4-C808-92C1-FF8C-13AD461FA6B2}" name="Tonio Lora" initials="TL" userId="S::anlo@microsoft.com::03824593-714e-4d0e-bb47-efb9476dae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BDAA"/>
    <a:srgbClr val="FFFDF9"/>
    <a:srgbClr val="0078D4"/>
    <a:srgbClr val="FFF8F3"/>
    <a:srgbClr val="C03BC4"/>
    <a:srgbClr val="CDC7BB"/>
    <a:srgbClr val="49C5B1"/>
    <a:srgbClr val="A84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71E2F-1441-EB41-9B0E-65BCA4541D4E}" v="6" dt="2026-02-26T12:37:07.295"/>
    <p1510:client id="{AA473582-9489-9943-8225-B518694D2714}" v="1" dt="2026-02-26T12:28:20.121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27"/>
    <p:restoredTop sz="95342" autoAdjust="0"/>
  </p:normalViewPr>
  <p:slideViewPr>
    <p:cSldViewPr snapToGrid="0">
      <p:cViewPr varScale="1">
        <p:scale>
          <a:sx n="121" d="100"/>
          <a:sy n="121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Cordtz" userId="b5e592fb-fc8b-4323-a97d-691438b2e2da" providerId="ADAL" clId="{4E22EDF5-2883-5D57-B9C7-04E66950367B}"/>
    <pc:docChg chg="undo custSel addSld delSld modSld modSection">
      <pc:chgData name="Jan Cordtz" userId="b5e592fb-fc8b-4323-a97d-691438b2e2da" providerId="ADAL" clId="{4E22EDF5-2883-5D57-B9C7-04E66950367B}" dt="2026-02-26T12:42:14.931" v="428" actId="1076"/>
      <pc:docMkLst>
        <pc:docMk/>
      </pc:docMkLst>
      <pc:sldChg chg="modSp add mod modClrScheme chgLayout">
        <pc:chgData name="Jan Cordtz" userId="b5e592fb-fc8b-4323-a97d-691438b2e2da" providerId="ADAL" clId="{4E22EDF5-2883-5D57-B9C7-04E66950367B}" dt="2026-02-26T12:38:16.474" v="352" actId="20577"/>
        <pc:sldMkLst>
          <pc:docMk/>
          <pc:sldMk cId="820769154" sldId="258"/>
        </pc:sldMkLst>
        <pc:spChg chg="mod ord">
          <ac:chgData name="Jan Cordtz" userId="b5e592fb-fc8b-4323-a97d-691438b2e2da" providerId="ADAL" clId="{4E22EDF5-2883-5D57-B9C7-04E66950367B}" dt="2026-02-26T12:37:54.115" v="341" actId="255"/>
          <ac:spMkLst>
            <pc:docMk/>
            <pc:sldMk cId="820769154" sldId="258"/>
            <ac:spMk id="2" creationId="{39858237-FE7B-A2D4-0CFF-BBF4BBE81F62}"/>
          </ac:spMkLst>
        </pc:spChg>
        <pc:spChg chg="mod ord">
          <ac:chgData name="Jan Cordtz" userId="b5e592fb-fc8b-4323-a97d-691438b2e2da" providerId="ADAL" clId="{4E22EDF5-2883-5D57-B9C7-04E66950367B}" dt="2026-02-26T12:38:16.474" v="352" actId="20577"/>
          <ac:spMkLst>
            <pc:docMk/>
            <pc:sldMk cId="820769154" sldId="258"/>
            <ac:spMk id="5" creationId="{FC04BF51-F496-D5BB-2387-382B09DB85A3}"/>
          </ac:spMkLst>
        </pc:spChg>
        <pc:graphicFrameChg chg="modGraphic">
          <ac:chgData name="Jan Cordtz" userId="b5e592fb-fc8b-4323-a97d-691438b2e2da" providerId="ADAL" clId="{4E22EDF5-2883-5D57-B9C7-04E66950367B}" dt="2026-02-26T12:38:05.676" v="343" actId="12385"/>
          <ac:graphicFrameMkLst>
            <pc:docMk/>
            <pc:sldMk cId="820769154" sldId="258"/>
            <ac:graphicFrameMk id="6" creationId="{3EBB280D-B4B1-6D49-206B-021AE981DD33}"/>
          </ac:graphicFrameMkLst>
        </pc:graphicFrameChg>
      </pc:sldChg>
      <pc:sldChg chg="addSp delSp modSp add mod modClrScheme chgLayout">
        <pc:chgData name="Jan Cordtz" userId="b5e592fb-fc8b-4323-a97d-691438b2e2da" providerId="ADAL" clId="{4E22EDF5-2883-5D57-B9C7-04E66950367B}" dt="2026-02-26T12:35:49.019" v="292" actId="12385"/>
        <pc:sldMkLst>
          <pc:docMk/>
          <pc:sldMk cId="571671328" sldId="259"/>
        </pc:sldMkLst>
        <pc:spChg chg="add del mod ord">
          <ac:chgData name="Jan Cordtz" userId="b5e592fb-fc8b-4323-a97d-691438b2e2da" providerId="ADAL" clId="{4E22EDF5-2883-5D57-B9C7-04E66950367B}" dt="2026-02-26T12:33:03.705" v="258" actId="21"/>
          <ac:spMkLst>
            <pc:docMk/>
            <pc:sldMk cId="571671328" sldId="259"/>
            <ac:spMk id="2" creationId="{6ED5897D-8B03-16B5-D908-407668F302C6}"/>
          </ac:spMkLst>
        </pc:spChg>
        <pc:spChg chg="mod ord">
          <ac:chgData name="Jan Cordtz" userId="b5e592fb-fc8b-4323-a97d-691438b2e2da" providerId="ADAL" clId="{4E22EDF5-2883-5D57-B9C7-04E66950367B}" dt="2026-02-26T12:34:37.372" v="280" actId="1076"/>
          <ac:spMkLst>
            <pc:docMk/>
            <pc:sldMk cId="571671328" sldId="259"/>
            <ac:spMk id="7" creationId="{458BE07B-7B88-67AD-337A-72B7996AE01D}"/>
          </ac:spMkLst>
        </pc:spChg>
        <pc:spChg chg="mod">
          <ac:chgData name="Jan Cordtz" userId="b5e592fb-fc8b-4323-a97d-691438b2e2da" providerId="ADAL" clId="{4E22EDF5-2883-5D57-B9C7-04E66950367B}" dt="2026-02-26T12:34:41.106" v="281" actId="207"/>
          <ac:spMkLst>
            <pc:docMk/>
            <pc:sldMk cId="571671328" sldId="259"/>
            <ac:spMk id="8" creationId="{C4B55421-293A-2C10-830A-A137BA5CD905}"/>
          </ac:spMkLst>
        </pc:spChg>
        <pc:spChg chg="mod">
          <ac:chgData name="Jan Cordtz" userId="b5e592fb-fc8b-4323-a97d-691438b2e2da" providerId="ADAL" clId="{4E22EDF5-2883-5D57-B9C7-04E66950367B}" dt="2026-02-26T12:34:44.857" v="282" actId="207"/>
          <ac:spMkLst>
            <pc:docMk/>
            <pc:sldMk cId="571671328" sldId="259"/>
            <ac:spMk id="10" creationId="{E28EF5CC-370C-BF0B-E12C-13F1E3B64E76}"/>
          </ac:spMkLst>
        </pc:spChg>
        <pc:spChg chg="mod">
          <ac:chgData name="Jan Cordtz" userId="b5e592fb-fc8b-4323-a97d-691438b2e2da" providerId="ADAL" clId="{4E22EDF5-2883-5D57-B9C7-04E66950367B}" dt="2026-02-26T12:34:51.425" v="285" actId="207"/>
          <ac:spMkLst>
            <pc:docMk/>
            <pc:sldMk cId="571671328" sldId="259"/>
            <ac:spMk id="12" creationId="{547102AA-893A-2F16-9D3B-15AB7A5677FD}"/>
          </ac:spMkLst>
        </pc:spChg>
        <pc:graphicFrameChg chg="mod modGraphic">
          <ac:chgData name="Jan Cordtz" userId="b5e592fb-fc8b-4323-a97d-691438b2e2da" providerId="ADAL" clId="{4E22EDF5-2883-5D57-B9C7-04E66950367B}" dt="2026-02-26T12:35:35.700" v="289"/>
          <ac:graphicFrameMkLst>
            <pc:docMk/>
            <pc:sldMk cId="571671328" sldId="259"/>
            <ac:graphicFrameMk id="4" creationId="{AEDF7773-D3B0-BD95-9F79-9CF8A2A55EC7}"/>
          </ac:graphicFrameMkLst>
        </pc:graphicFrameChg>
        <pc:graphicFrameChg chg="modGraphic">
          <ac:chgData name="Jan Cordtz" userId="b5e592fb-fc8b-4323-a97d-691438b2e2da" providerId="ADAL" clId="{4E22EDF5-2883-5D57-B9C7-04E66950367B}" dt="2026-02-26T12:35:40.580" v="290" actId="12385"/>
          <ac:graphicFrameMkLst>
            <pc:docMk/>
            <pc:sldMk cId="571671328" sldId="259"/>
            <ac:graphicFrameMk id="9" creationId="{1837B877-336E-29EC-9B15-2E8810D59198}"/>
          </ac:graphicFrameMkLst>
        </pc:graphicFrameChg>
        <pc:graphicFrameChg chg="mod modGraphic">
          <ac:chgData name="Jan Cordtz" userId="b5e592fb-fc8b-4323-a97d-691438b2e2da" providerId="ADAL" clId="{4E22EDF5-2883-5D57-B9C7-04E66950367B}" dt="2026-02-26T12:35:45.112" v="291" actId="12385"/>
          <ac:graphicFrameMkLst>
            <pc:docMk/>
            <pc:sldMk cId="571671328" sldId="259"/>
            <ac:graphicFrameMk id="11" creationId="{9D1D5663-E8D4-0FAE-289D-75120AA152CE}"/>
          </ac:graphicFrameMkLst>
        </pc:graphicFrameChg>
        <pc:graphicFrameChg chg="modGraphic">
          <ac:chgData name="Jan Cordtz" userId="b5e592fb-fc8b-4323-a97d-691438b2e2da" providerId="ADAL" clId="{4E22EDF5-2883-5D57-B9C7-04E66950367B}" dt="2026-02-26T12:35:49.019" v="292" actId="12385"/>
          <ac:graphicFrameMkLst>
            <pc:docMk/>
            <pc:sldMk cId="571671328" sldId="259"/>
            <ac:graphicFrameMk id="13" creationId="{FB98F761-A2C4-EE71-EFAF-EDFA78C335CC}"/>
          </ac:graphicFrameMkLst>
        </pc:graphicFrameChg>
      </pc:sldChg>
      <pc:sldChg chg="addSp delSp modSp add mod modClrScheme chgLayout">
        <pc:chgData name="Jan Cordtz" userId="b5e592fb-fc8b-4323-a97d-691438b2e2da" providerId="ADAL" clId="{4E22EDF5-2883-5D57-B9C7-04E66950367B}" dt="2026-02-26T12:36:14.135" v="298" actId="12385"/>
        <pc:sldMkLst>
          <pc:docMk/>
          <pc:sldMk cId="2254307858" sldId="266"/>
        </pc:sldMkLst>
        <pc:spChg chg="del mod ord">
          <ac:chgData name="Jan Cordtz" userId="b5e592fb-fc8b-4323-a97d-691438b2e2da" providerId="ADAL" clId="{4E22EDF5-2883-5D57-B9C7-04E66950367B}" dt="2026-02-26T12:33:09.401" v="259" actId="478"/>
          <ac:spMkLst>
            <pc:docMk/>
            <pc:sldMk cId="2254307858" sldId="266"/>
            <ac:spMk id="2" creationId="{AB5E2B2C-2318-49A4-D19F-7C7F7F369CAA}"/>
          </ac:spMkLst>
        </pc:spChg>
        <pc:spChg chg="add mod">
          <ac:chgData name="Jan Cordtz" userId="b5e592fb-fc8b-4323-a97d-691438b2e2da" providerId="ADAL" clId="{4E22EDF5-2883-5D57-B9C7-04E66950367B}" dt="2026-02-26T12:33:09.703" v="260"/>
          <ac:spMkLst>
            <pc:docMk/>
            <pc:sldMk cId="2254307858" sldId="266"/>
            <ac:spMk id="3" creationId="{42B5F359-49C0-E6B8-F52A-CD9B274F5ACB}"/>
          </ac:spMkLst>
        </pc:spChg>
        <pc:spChg chg="mod ord">
          <ac:chgData name="Jan Cordtz" userId="b5e592fb-fc8b-4323-a97d-691438b2e2da" providerId="ADAL" clId="{4E22EDF5-2883-5D57-B9C7-04E66950367B}" dt="2026-02-26T12:34:14.382" v="276" actId="255"/>
          <ac:spMkLst>
            <pc:docMk/>
            <pc:sldMk cId="2254307858" sldId="266"/>
            <ac:spMk id="5" creationId="{8143CDE4-8F64-9669-7B7D-8CE20C14110A}"/>
          </ac:spMkLst>
        </pc:spChg>
        <pc:spChg chg="mod">
          <ac:chgData name="Jan Cordtz" userId="b5e592fb-fc8b-4323-a97d-691438b2e2da" providerId="ADAL" clId="{4E22EDF5-2883-5D57-B9C7-04E66950367B}" dt="2026-02-26T12:34:18.606" v="277" actId="207"/>
          <ac:spMkLst>
            <pc:docMk/>
            <pc:sldMk cId="2254307858" sldId="266"/>
            <ac:spMk id="7" creationId="{0271570A-9E0E-6834-750E-2EAD68F383A0}"/>
          </ac:spMkLst>
        </pc:spChg>
        <pc:spChg chg="mod">
          <ac:chgData name="Jan Cordtz" userId="b5e592fb-fc8b-4323-a97d-691438b2e2da" providerId="ADAL" clId="{4E22EDF5-2883-5D57-B9C7-04E66950367B}" dt="2026-02-26T12:34:30.082" v="278" actId="207"/>
          <ac:spMkLst>
            <pc:docMk/>
            <pc:sldMk cId="2254307858" sldId="266"/>
            <ac:spMk id="9" creationId="{51362E96-BBA4-C793-9F95-69331A2DC35B}"/>
          </ac:spMkLst>
        </pc:spChg>
        <pc:graphicFrameChg chg="modGraphic">
          <ac:chgData name="Jan Cordtz" userId="b5e592fb-fc8b-4323-a97d-691438b2e2da" providerId="ADAL" clId="{4E22EDF5-2883-5D57-B9C7-04E66950367B}" dt="2026-02-26T12:36:07.153" v="296" actId="12385"/>
          <ac:graphicFrameMkLst>
            <pc:docMk/>
            <pc:sldMk cId="2254307858" sldId="266"/>
            <ac:graphicFrameMk id="6" creationId="{C07B8EA3-5B8A-5C57-48F6-9211C3D4CFA5}"/>
          </ac:graphicFrameMkLst>
        </pc:graphicFrameChg>
        <pc:graphicFrameChg chg="modGraphic">
          <ac:chgData name="Jan Cordtz" userId="b5e592fb-fc8b-4323-a97d-691438b2e2da" providerId="ADAL" clId="{4E22EDF5-2883-5D57-B9C7-04E66950367B}" dt="2026-02-26T12:36:10.618" v="297" actId="12385"/>
          <ac:graphicFrameMkLst>
            <pc:docMk/>
            <pc:sldMk cId="2254307858" sldId="266"/>
            <ac:graphicFrameMk id="8" creationId="{DF36DA86-38BE-C336-89B9-21FD92D52C1D}"/>
          </ac:graphicFrameMkLst>
        </pc:graphicFrameChg>
        <pc:graphicFrameChg chg="modGraphic">
          <ac:chgData name="Jan Cordtz" userId="b5e592fb-fc8b-4323-a97d-691438b2e2da" providerId="ADAL" clId="{4E22EDF5-2883-5D57-B9C7-04E66950367B}" dt="2026-02-26T12:36:14.135" v="298" actId="12385"/>
          <ac:graphicFrameMkLst>
            <pc:docMk/>
            <pc:sldMk cId="2254307858" sldId="266"/>
            <ac:graphicFrameMk id="10" creationId="{8FC8F103-C9CE-D16D-90C4-7FB11BC185DD}"/>
          </ac:graphicFrameMkLst>
        </pc:graphicFrameChg>
      </pc:sldChg>
      <pc:sldChg chg="addSp delSp modSp add mod modClrScheme chgLayout">
        <pc:chgData name="Jan Cordtz" userId="b5e592fb-fc8b-4323-a97d-691438b2e2da" providerId="ADAL" clId="{4E22EDF5-2883-5D57-B9C7-04E66950367B}" dt="2026-02-26T12:40:22.973" v="416" actId="1076"/>
        <pc:sldMkLst>
          <pc:docMk/>
          <pc:sldMk cId="3797938487" sldId="270"/>
        </pc:sldMkLst>
        <pc:spChg chg="del mod ord">
          <ac:chgData name="Jan Cordtz" userId="b5e592fb-fc8b-4323-a97d-691438b2e2da" providerId="ADAL" clId="{4E22EDF5-2883-5D57-B9C7-04E66950367B}" dt="2026-02-26T12:33:17.347" v="261" actId="478"/>
          <ac:spMkLst>
            <pc:docMk/>
            <pc:sldMk cId="3797938487" sldId="270"/>
            <ac:spMk id="2" creationId="{EA6CDDB9-DA6F-CB53-7B86-5015B2B64200}"/>
          </ac:spMkLst>
        </pc:spChg>
        <pc:spChg chg="add mod">
          <ac:chgData name="Jan Cordtz" userId="b5e592fb-fc8b-4323-a97d-691438b2e2da" providerId="ADAL" clId="{4E22EDF5-2883-5D57-B9C7-04E66950367B}" dt="2026-02-26T12:36:48.015" v="301" actId="1076"/>
          <ac:spMkLst>
            <pc:docMk/>
            <pc:sldMk cId="3797938487" sldId="270"/>
            <ac:spMk id="3" creationId="{8F1C27B3-8EDF-4AEC-F590-907950CD70F1}"/>
          </ac:spMkLst>
        </pc:spChg>
        <pc:spChg chg="add mod">
          <ac:chgData name="Jan Cordtz" userId="b5e592fb-fc8b-4323-a97d-691438b2e2da" providerId="ADAL" clId="{4E22EDF5-2883-5D57-B9C7-04E66950367B}" dt="2026-02-26T12:40:22.973" v="416" actId="1076"/>
          <ac:spMkLst>
            <pc:docMk/>
            <pc:sldMk cId="3797938487" sldId="270"/>
            <ac:spMk id="4" creationId="{8E2136FA-5883-EA70-F3EB-E470FC99250C}"/>
          </ac:spMkLst>
        </pc:spChg>
        <pc:graphicFrameChg chg="mod modGraphic">
          <ac:chgData name="Jan Cordtz" userId="b5e592fb-fc8b-4323-a97d-691438b2e2da" providerId="ADAL" clId="{4E22EDF5-2883-5D57-B9C7-04E66950367B}" dt="2026-02-26T12:40:19.633" v="415" actId="1076"/>
          <ac:graphicFrameMkLst>
            <pc:docMk/>
            <pc:sldMk cId="3797938487" sldId="270"/>
            <ac:graphicFrameMk id="6" creationId="{870FE24E-9A34-4855-0819-6762A8FFDEB3}"/>
          </ac:graphicFrameMkLst>
        </pc:graphicFrameChg>
      </pc:sldChg>
      <pc:sldChg chg="addSp delSp modSp add mod modClrScheme chgLayout">
        <pc:chgData name="Jan Cordtz" userId="b5e592fb-fc8b-4323-a97d-691438b2e2da" providerId="ADAL" clId="{4E22EDF5-2883-5D57-B9C7-04E66950367B}" dt="2026-02-26T12:39:58.649" v="413" actId="12385"/>
        <pc:sldMkLst>
          <pc:docMk/>
          <pc:sldMk cId="459704295" sldId="271"/>
        </pc:sldMkLst>
        <pc:spChg chg="del mod ord">
          <ac:chgData name="Jan Cordtz" userId="b5e592fb-fc8b-4323-a97d-691438b2e2da" providerId="ADAL" clId="{4E22EDF5-2883-5D57-B9C7-04E66950367B}" dt="2026-02-26T12:33:23.248" v="263" actId="478"/>
          <ac:spMkLst>
            <pc:docMk/>
            <pc:sldMk cId="459704295" sldId="271"/>
            <ac:spMk id="2" creationId="{62A0769E-19BE-07D4-E9A5-747C1F0E847D}"/>
          </ac:spMkLst>
        </pc:spChg>
        <pc:spChg chg="add mod">
          <ac:chgData name="Jan Cordtz" userId="b5e592fb-fc8b-4323-a97d-691438b2e2da" providerId="ADAL" clId="{4E22EDF5-2883-5D57-B9C7-04E66950367B}" dt="2026-02-26T12:37:14.149" v="328" actId="1076"/>
          <ac:spMkLst>
            <pc:docMk/>
            <pc:sldMk cId="459704295" sldId="271"/>
            <ac:spMk id="3" creationId="{BC462C8B-255A-587A-5D59-DD9959764E10}"/>
          </ac:spMkLst>
        </pc:spChg>
        <pc:spChg chg="add mod">
          <ac:chgData name="Jan Cordtz" userId="b5e592fb-fc8b-4323-a97d-691438b2e2da" providerId="ADAL" clId="{4E22EDF5-2883-5D57-B9C7-04E66950367B}" dt="2026-02-26T12:38:45.801" v="371" actId="20577"/>
          <ac:spMkLst>
            <pc:docMk/>
            <pc:sldMk cId="459704295" sldId="271"/>
            <ac:spMk id="4" creationId="{6F18F4EA-7D7D-047B-2813-F3DB60144815}"/>
          </ac:spMkLst>
        </pc:spChg>
        <pc:graphicFrameChg chg="modGraphic">
          <ac:chgData name="Jan Cordtz" userId="b5e592fb-fc8b-4323-a97d-691438b2e2da" providerId="ADAL" clId="{4E22EDF5-2883-5D57-B9C7-04E66950367B}" dt="2026-02-26T12:39:58.649" v="413" actId="12385"/>
          <ac:graphicFrameMkLst>
            <pc:docMk/>
            <pc:sldMk cId="459704295" sldId="271"/>
            <ac:graphicFrameMk id="6" creationId="{8AE37EB1-9788-034A-3AE3-8E7F4CFD9569}"/>
          </ac:graphicFrameMkLst>
        </pc:graphicFrameChg>
      </pc:sldChg>
      <pc:sldChg chg="modSp add mod modClrScheme chgLayout">
        <pc:chgData name="Jan Cordtz" userId="b5e592fb-fc8b-4323-a97d-691438b2e2da" providerId="ADAL" clId="{4E22EDF5-2883-5D57-B9C7-04E66950367B}" dt="2026-02-26T12:39:52.484" v="412" actId="12385"/>
        <pc:sldMkLst>
          <pc:docMk/>
          <pc:sldMk cId="1297913690" sldId="275"/>
        </pc:sldMkLst>
        <pc:spChg chg="mod ord">
          <ac:chgData name="Jan Cordtz" userId="b5e592fb-fc8b-4323-a97d-691438b2e2da" providerId="ADAL" clId="{4E22EDF5-2883-5D57-B9C7-04E66950367B}" dt="2026-02-26T12:39:08.766" v="392" actId="404"/>
          <ac:spMkLst>
            <pc:docMk/>
            <pc:sldMk cId="1297913690" sldId="275"/>
            <ac:spMk id="2" creationId="{044B09AC-4A64-7368-FB94-01E252588CD3}"/>
          </ac:spMkLst>
        </pc:spChg>
        <pc:spChg chg="mod">
          <ac:chgData name="Jan Cordtz" userId="b5e592fb-fc8b-4323-a97d-691438b2e2da" providerId="ADAL" clId="{4E22EDF5-2883-5D57-B9C7-04E66950367B}" dt="2026-02-26T12:39:11.987" v="393" actId="207"/>
          <ac:spMkLst>
            <pc:docMk/>
            <pc:sldMk cId="1297913690" sldId="275"/>
            <ac:spMk id="5" creationId="{0DD2158B-B360-FAC6-3426-12290097A977}"/>
          </ac:spMkLst>
        </pc:spChg>
        <pc:graphicFrameChg chg="modGraphic">
          <ac:chgData name="Jan Cordtz" userId="b5e592fb-fc8b-4323-a97d-691438b2e2da" providerId="ADAL" clId="{4E22EDF5-2883-5D57-B9C7-04E66950367B}" dt="2026-02-26T12:39:52.484" v="412" actId="12385"/>
          <ac:graphicFrameMkLst>
            <pc:docMk/>
            <pc:sldMk cId="1297913690" sldId="275"/>
            <ac:graphicFrameMk id="6" creationId="{A81144BA-E7A6-A2E5-9161-532EBFE1CFA5}"/>
          </ac:graphicFrameMkLst>
        </pc:graphicFrameChg>
      </pc:sldChg>
      <pc:sldChg chg="modSp add mod modClrScheme chgLayout">
        <pc:chgData name="Jan Cordtz" userId="b5e592fb-fc8b-4323-a97d-691438b2e2da" providerId="ADAL" clId="{4E22EDF5-2883-5D57-B9C7-04E66950367B}" dt="2026-02-26T12:42:14.931" v="428" actId="1076"/>
        <pc:sldMkLst>
          <pc:docMk/>
          <pc:sldMk cId="3123608223" sldId="280"/>
        </pc:sldMkLst>
        <pc:spChg chg="mod ord">
          <ac:chgData name="Jan Cordtz" userId="b5e592fb-fc8b-4323-a97d-691438b2e2da" providerId="ADAL" clId="{4E22EDF5-2883-5D57-B9C7-04E66950367B}" dt="2026-02-26T12:32:00.106" v="243" actId="1076"/>
          <ac:spMkLst>
            <pc:docMk/>
            <pc:sldMk cId="3123608223" sldId="280"/>
            <ac:spMk id="2" creationId="{109B88B9-C116-2BF3-73AD-AF629E226149}"/>
          </ac:spMkLst>
        </pc:spChg>
        <pc:spChg chg="mod ord">
          <ac:chgData name="Jan Cordtz" userId="b5e592fb-fc8b-4323-a97d-691438b2e2da" providerId="ADAL" clId="{4E22EDF5-2883-5D57-B9C7-04E66950367B}" dt="2026-02-26T12:41:06.597" v="420" actId="27636"/>
          <ac:spMkLst>
            <pc:docMk/>
            <pc:sldMk cId="3123608223" sldId="280"/>
            <ac:spMk id="4" creationId="{78E5361C-FB4E-7002-8AC0-620B2BEFACD4}"/>
          </ac:spMkLst>
        </pc:spChg>
        <pc:graphicFrameChg chg="mod modGraphic">
          <ac:chgData name="Jan Cordtz" userId="b5e592fb-fc8b-4323-a97d-691438b2e2da" providerId="ADAL" clId="{4E22EDF5-2883-5D57-B9C7-04E66950367B}" dt="2026-02-26T12:42:14.931" v="428" actId="1076"/>
          <ac:graphicFrameMkLst>
            <pc:docMk/>
            <pc:sldMk cId="3123608223" sldId="280"/>
            <ac:graphicFrameMk id="3" creationId="{CAD41A1F-D3EE-D1F3-CEC0-6CD142C156A1}"/>
          </ac:graphicFrameMkLst>
        </pc:graphicFrameChg>
      </pc:sldChg>
      <pc:sldChg chg="modSp add mod modClrScheme chgLayout">
        <pc:chgData name="Jan Cordtz" userId="b5e592fb-fc8b-4323-a97d-691438b2e2da" providerId="ADAL" clId="{4E22EDF5-2883-5D57-B9C7-04E66950367B}" dt="2026-02-26T12:39:24.306" v="410" actId="20577"/>
        <pc:sldMkLst>
          <pc:docMk/>
          <pc:sldMk cId="919044315" sldId="304"/>
        </pc:sldMkLst>
        <pc:spChg chg="mod ord">
          <ac:chgData name="Jan Cordtz" userId="b5e592fb-fc8b-4323-a97d-691438b2e2da" providerId="ADAL" clId="{4E22EDF5-2883-5D57-B9C7-04E66950367B}" dt="2026-02-26T12:32:10.317" v="244" actId="700"/>
          <ac:spMkLst>
            <pc:docMk/>
            <pc:sldMk cId="919044315" sldId="304"/>
            <ac:spMk id="2" creationId="{DF595054-0BD8-242E-003A-4579C7C0D4CE}"/>
          </ac:spMkLst>
        </pc:spChg>
        <pc:spChg chg="mod">
          <ac:chgData name="Jan Cordtz" userId="b5e592fb-fc8b-4323-a97d-691438b2e2da" providerId="ADAL" clId="{4E22EDF5-2883-5D57-B9C7-04E66950367B}" dt="2026-02-26T12:39:24.306" v="410" actId="20577"/>
          <ac:spMkLst>
            <pc:docMk/>
            <pc:sldMk cId="919044315" sldId="304"/>
            <ac:spMk id="5" creationId="{C692F172-E228-DAA4-0F64-08BFE615E3AE}"/>
          </ac:spMkLst>
        </pc:spChg>
      </pc:sldChg>
      <pc:sldChg chg="modSp mod">
        <pc:chgData name="Jan Cordtz" userId="b5e592fb-fc8b-4323-a97d-691438b2e2da" providerId="ADAL" clId="{4E22EDF5-2883-5D57-B9C7-04E66950367B}" dt="2026-02-26T12:29:54.030" v="203" actId="114"/>
        <pc:sldMkLst>
          <pc:docMk/>
          <pc:sldMk cId="3886619284" sldId="2147477909"/>
        </pc:sldMkLst>
        <pc:spChg chg="mod">
          <ac:chgData name="Jan Cordtz" userId="b5e592fb-fc8b-4323-a97d-691438b2e2da" providerId="ADAL" clId="{4E22EDF5-2883-5D57-B9C7-04E66950367B}" dt="2026-02-26T12:29:54.030" v="203" actId="114"/>
          <ac:spMkLst>
            <pc:docMk/>
            <pc:sldMk cId="3886619284" sldId="2147477909"/>
            <ac:spMk id="37" creationId="{40CB8A5C-7978-D6DF-6BCB-6AA6077897C3}"/>
          </ac:spMkLst>
        </pc:spChg>
      </pc:sldChg>
      <pc:sldChg chg="modSp mod">
        <pc:chgData name="Jan Cordtz" userId="b5e592fb-fc8b-4323-a97d-691438b2e2da" providerId="ADAL" clId="{4E22EDF5-2883-5D57-B9C7-04E66950367B}" dt="2026-02-26T12:30:15.786" v="216" actId="1076"/>
        <pc:sldMkLst>
          <pc:docMk/>
          <pc:sldMk cId="3054078141" sldId="2147481795"/>
        </pc:sldMkLst>
        <pc:spChg chg="mod">
          <ac:chgData name="Jan Cordtz" userId="b5e592fb-fc8b-4323-a97d-691438b2e2da" providerId="ADAL" clId="{4E22EDF5-2883-5D57-B9C7-04E66950367B}" dt="2026-02-26T12:30:15.786" v="216" actId="1076"/>
          <ac:spMkLst>
            <pc:docMk/>
            <pc:sldMk cId="3054078141" sldId="2147481795"/>
            <ac:spMk id="2" creationId="{E78AB45E-08EF-B844-970F-0ABD9F73540F}"/>
          </ac:spMkLst>
        </pc:spChg>
      </pc:sldChg>
      <pc:sldChg chg="del">
        <pc:chgData name="Jan Cordtz" userId="b5e592fb-fc8b-4323-a97d-691438b2e2da" providerId="ADAL" clId="{4E22EDF5-2883-5D57-B9C7-04E66950367B}" dt="2026-02-26T12:40:31.146" v="417" actId="2696"/>
        <pc:sldMkLst>
          <pc:docMk/>
          <pc:sldMk cId="2332959284" sldId="2147483450"/>
        </pc:sldMkLst>
      </pc:sldChg>
      <pc:sldChg chg="del">
        <pc:chgData name="Jan Cordtz" userId="b5e592fb-fc8b-4323-a97d-691438b2e2da" providerId="ADAL" clId="{4E22EDF5-2883-5D57-B9C7-04E66950367B}" dt="2026-02-26T12:40:36.529" v="418" actId="2696"/>
        <pc:sldMkLst>
          <pc:docMk/>
          <pc:sldMk cId="1221220390" sldId="214748352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620E76-BD2A-807A-4F6B-E2A2A22838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29C42-B4BE-60D8-A545-51ED2B96F3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5ECE5-EB93-2D49-8FD9-DADF7BF71A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DE36F-DAD8-F01F-BFE8-FDEDCF89C9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1387A-ED64-7FD6-C691-6161AE846A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08420-07C5-0549-A563-96974B861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41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44038-DA64-46A7-879B-15C019DD58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54E06-3DA0-4567-A557-9A2D7B97E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453572-9C5C-4AEF-8FA5-D17DDB1F0B8A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2/26/26 1:29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932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0E045-2ABD-4C3C-B6CF-5A2906BD0507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5003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0E045-2ABD-4C3C-B6CF-5A2906BD0507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31665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2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53A46E-C8B2-07FC-6842-6E29F4237B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D9C85B-EC8F-D695-0FA1-6791980AB2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9551" y="4038049"/>
            <a:ext cx="3231416" cy="13985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3200">
                <a:solidFill>
                  <a:schemeClr val="bg1"/>
                </a:soli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pPr marL="228600" lvl="0" indent="-228600"/>
            <a:r>
              <a:rPr lang="en-US" dirty="0"/>
              <a:t>Section title one</a:t>
            </a:r>
          </a:p>
        </p:txBody>
      </p:sp>
    </p:spTree>
    <p:extLst>
      <p:ext uri="{BB962C8B-B14F-4D97-AF65-F5344CB8AC3E}">
        <p14:creationId xmlns:p14="http://schemas.microsoft.com/office/powerpoint/2010/main" val="590366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18DD5-394A-4676-966A-43A5BAC6E0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Microsoft Purview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99517-6D70-91AD-1227-F9D6955CDA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536199F-AFBB-90E6-3138-4F79DE02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54927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34D1DF6D-FC7A-C5D0-48D8-C8E0A0336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7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0" pos="1967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1" pos="5120">
          <p15:clr>
            <a:srgbClr val="A4A3A4"/>
          </p15:clr>
        </p15:guide>
        <p15:guide id="25" pos="6308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Large Number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in the dark&#10;&#10;Description automatically generated">
            <a:extLst>
              <a:ext uri="{FF2B5EF4-FFF2-40B4-BE49-F238E27FC236}">
                <a16:creationId xmlns:a16="http://schemas.microsoft.com/office/drawing/2014/main" id="{3CBEDED0-2F8D-60CB-73EC-D8A926F1B1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35" b="4494"/>
          <a:stretch/>
        </p:blipFill>
        <p:spPr>
          <a:xfrm>
            <a:off x="-539045" y="807238"/>
            <a:ext cx="7730955" cy="605076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451A2C5-1E75-8EE3-22E6-59C938C37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7809" y="6311900"/>
            <a:ext cx="399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7C14C3DD-159F-0E37-FA23-5C89134B7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7097" y="6311900"/>
            <a:ext cx="2078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r>
              <a:rPr lang="en-US"/>
              <a:t>Microsoft Purview</a:t>
            </a:r>
          </a:p>
        </p:txBody>
      </p:sp>
    </p:spTree>
    <p:extLst>
      <p:ext uri="{BB962C8B-B14F-4D97-AF65-F5344CB8AC3E}">
        <p14:creationId xmlns:p14="http://schemas.microsoft.com/office/powerpoint/2010/main" val="111824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_logo v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B01B2829-96EF-EDD4-F5DC-8F6DFAFBC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810" y="3423718"/>
            <a:ext cx="3252990" cy="527045"/>
          </a:xfrm>
        </p:spPr>
        <p:txBody>
          <a:bodyPr>
            <a:noAutofit/>
          </a:bodyPr>
          <a:lstStyle>
            <a:lvl1pPr algn="l">
              <a:defRPr sz="3600" b="0" i="0">
                <a:gradFill flip="none" rotWithShape="1">
                  <a:gsLst>
                    <a:gs pos="0">
                      <a:srgbClr val="49C5B1"/>
                    </a:gs>
                    <a:gs pos="82000">
                      <a:srgbClr val="8551C5"/>
                    </a:gs>
                  </a:gsLst>
                  <a:lin ang="10800000" scaled="1"/>
                  <a:tileRect/>
                </a:gra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CDA471C-44FF-1A4B-B9F4-35DBB6FB41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594808" y="293628"/>
            <a:ext cx="1566909" cy="544002"/>
          </a:xfrm>
          <a:prstGeom prst="rect">
            <a:avLst/>
          </a:prstGeom>
        </p:spPr>
      </p:pic>
      <p:pic>
        <p:nvPicPr>
          <p:cNvPr id="3" name="Picture 2" descr="A purple circle in the dark&#10;&#10;Description automatically generated">
            <a:extLst>
              <a:ext uri="{FF2B5EF4-FFF2-40B4-BE49-F238E27FC236}">
                <a16:creationId xmlns:a16="http://schemas.microsoft.com/office/drawing/2014/main" id="{4306B846-38BE-5723-8ACE-4C505C4C9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35" b="4494"/>
          <a:stretch/>
        </p:blipFill>
        <p:spPr>
          <a:xfrm>
            <a:off x="-539045" y="807238"/>
            <a:ext cx="7730955" cy="605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4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0543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8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51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8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ird, parrot&#10;&#10;Description automatically generated">
            <a:extLst>
              <a:ext uri="{FF2B5EF4-FFF2-40B4-BE49-F238E27FC236}">
                <a16:creationId xmlns:a16="http://schemas.microsoft.com/office/drawing/2014/main" id="{B6C67116-D23B-FFB4-4BF9-4EBB603DB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53"/>
          <a:stretch/>
        </p:blipFill>
        <p:spPr>
          <a:xfrm rot="1200000" flipH="1">
            <a:off x="7572751" y="-710028"/>
            <a:ext cx="5701622" cy="29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3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5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flower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458CC301-4694-33FA-1A6F-2621EAAF1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55"/>
          <a:stretch/>
        </p:blipFill>
        <p:spPr>
          <a:xfrm>
            <a:off x="7472516" y="0"/>
            <a:ext cx="4719484" cy="631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28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484"/>
          <a:stretch/>
        </p:blipFill>
        <p:spPr>
          <a:xfrm>
            <a:off x="0" y="2473263"/>
            <a:ext cx="4316896" cy="438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60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586" b="-20295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17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76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 flipH="1">
            <a:off x="9351981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33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0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C1D4F9E-3D5B-5D64-BA24-7989A46F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Microsoft Confidential–Internal Only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13CC769-9046-D715-EE31-D61D9659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8131C-5610-8B47-A47C-619DDB744FE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5" name="Picture 4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7243609A-36AD-717F-E0B4-594D21A9C3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4670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Heading Segoe UI </a:t>
            </a:r>
            <a:r>
              <a:rPr lang="en-US" dirty="0" err="1"/>
              <a:t>Semibold</a:t>
            </a:r>
            <a:r>
              <a:rPr lang="en-US" dirty="0"/>
              <a:t> 28/32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19F02595-114B-2D46-ABDC-5E65D166807C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54169" y="6455174"/>
            <a:ext cx="11306469" cy="1056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3924" eaLnBrk="0" hangingPunct="0"/>
            <a:r>
              <a:rPr lang="en-US" sz="686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E1E43F-C091-614B-AA20-F39D0AACAA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922586"/>
            <a:ext cx="9384447" cy="3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36145" marR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961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24097" indent="0">
              <a:buNone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br>
              <a:rPr lang="en-US" dirty="0"/>
            </a:br>
            <a:endParaRPr lang="en-US" dirty="0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br>
              <a:rPr lang="en-US" dirty="0"/>
            </a:br>
            <a:endParaRPr lang="en-US" dirty="0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99655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_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C76C1465-2003-0E3A-0280-5CD05743A05D}"/>
              </a:ext>
            </a:extLst>
          </p:cNvPr>
          <p:cNvSpPr/>
          <p:nvPr userDrawn="1"/>
        </p:nvSpPr>
        <p:spPr>
          <a:xfrm rot="5400000">
            <a:off x="-188415" y="326185"/>
            <a:ext cx="538754" cy="16192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40DEE-F01A-0ADC-A834-389300608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00" y="136525"/>
            <a:ext cx="11588400" cy="540000"/>
          </a:xfrm>
        </p:spPr>
        <p:txBody>
          <a:bodyPr>
            <a:normAutofit/>
          </a:bodyPr>
          <a:lstStyle>
            <a:lvl1pPr>
              <a:defRPr sz="2800" b="1">
                <a:gradFill>
                  <a:gsLst>
                    <a:gs pos="30000">
                      <a:schemeClr val="accent2"/>
                    </a:gs>
                    <a:gs pos="100000">
                      <a:schemeClr val="accent3"/>
                    </a:gs>
                  </a:gsLst>
                  <a:lin ang="10800000" scaled="1"/>
                </a:gradFill>
                <a:latin typeface="+mn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53BC761-7F7C-71C7-BC5F-548451DF33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01800" y="752475"/>
            <a:ext cx="11588400" cy="554355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DC1D28-41E7-815C-C90F-16DD1C6661D4}"/>
              </a:ext>
            </a:extLst>
          </p:cNvPr>
          <p:cNvSpPr/>
          <p:nvPr userDrawn="1"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00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0F4BBF-86B2-AF3F-777B-4AD2EB168A0A}"/>
              </a:ext>
            </a:extLst>
          </p:cNvPr>
          <p:cNvSpPr txBox="1"/>
          <p:nvPr userDrawn="1"/>
        </p:nvSpPr>
        <p:spPr>
          <a:xfrm>
            <a:off x="11901975" y="6467978"/>
            <a:ext cx="180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1219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271B05-8470-4293-8094-212D3E8F780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ctr" defTabSz="12191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E421BC-314F-C9E2-6146-4611DFB0B0D6}"/>
              </a:ext>
            </a:extLst>
          </p:cNvPr>
          <p:cNvSpPr txBox="1"/>
          <p:nvPr userDrawn="1"/>
        </p:nvSpPr>
        <p:spPr>
          <a:xfrm>
            <a:off x="5379245" y="6421811"/>
            <a:ext cx="1433511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IN" sz="900">
                <a:solidFill>
                  <a:schemeClr val="bg2">
                    <a:lumMod val="9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Microsoft | Confidential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BB5BC7-11C6-1A59-3408-2713C627B59B}"/>
              </a:ext>
            </a:extLst>
          </p:cNvPr>
          <p:cNvGrpSpPr/>
          <p:nvPr userDrawn="1"/>
        </p:nvGrpSpPr>
        <p:grpSpPr>
          <a:xfrm>
            <a:off x="301800" y="6435888"/>
            <a:ext cx="2273155" cy="281552"/>
            <a:chOff x="550330" y="395448"/>
            <a:chExt cx="4027033" cy="498787"/>
          </a:xfrm>
        </p:grpSpPr>
        <p:pic>
          <p:nvPicPr>
            <p:cNvPr id="12" name="MS logo gray - EMF" descr="Microsoft logo, gray text version">
              <a:extLst>
                <a:ext uri="{FF2B5EF4-FFF2-40B4-BE49-F238E27FC236}">
                  <a16:creationId xmlns:a16="http://schemas.microsoft.com/office/drawing/2014/main" id="{129A6341-82C6-6EED-464B-4CA05EB29A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 bwMode="black">
            <a:xfrm>
              <a:off x="550330" y="473036"/>
              <a:ext cx="1604610" cy="343610"/>
            </a:xfrm>
            <a:prstGeom prst="rect">
              <a:avLst/>
            </a:prstGeom>
          </p:spPr>
        </p:pic>
        <p:pic>
          <p:nvPicPr>
            <p:cNvPr id="13" name="Picture 12" descr="2560px-ABN-AMRO_Logo_new_colors.svg.png – SH Group">
              <a:extLst>
                <a:ext uri="{FF2B5EF4-FFF2-40B4-BE49-F238E27FC236}">
                  <a16:creationId xmlns:a16="http://schemas.microsoft.com/office/drawing/2014/main" id="{E07AEF18-4549-F0BA-37B2-DD7FC69ABD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706802" y="404445"/>
              <a:ext cx="1870561" cy="480792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DEDC33-8427-4C31-8725-EB83B2499F1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415879" y="395448"/>
              <a:ext cx="0" cy="498787"/>
            </a:xfrm>
            <a:prstGeom prst="line">
              <a:avLst/>
            </a:prstGeom>
            <a:ln>
              <a:solidFill>
                <a:schemeClr val="accent6">
                  <a:lumMod val="25000"/>
                  <a:lumOff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108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99B5728-1D33-9E0D-152D-CDDC5FCE9D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32963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532" imgH="533" progId="TCLayout.ActiveDocument.1">
                  <p:embed/>
                </p:oleObj>
              </mc:Choice>
              <mc:Fallback>
                <p:oleObj name="think-cell Slide" r:id="rId23" imgW="532" imgH="53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9B5728-1D33-9E0D-152D-CDDC5FCE9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E9EE7-FB3C-7D1F-A2DB-596E0938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828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Title Slides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7FA82-318A-3A34-2934-24B034B58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571" y="6309519"/>
            <a:ext cx="399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92EE12-E16C-066A-7EFA-7E3A5BF6D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1859" y="6309519"/>
            <a:ext cx="2078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r>
              <a:rPr lang="en-US"/>
              <a:t>Microsoft Purview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0E398-2D0F-4954-1796-3B6310DECA0C}"/>
              </a:ext>
            </a:extLst>
          </p:cNvPr>
          <p:cNvSpPr txBox="1"/>
          <p:nvPr userDrawn="1"/>
        </p:nvSpPr>
        <p:spPr>
          <a:xfrm>
            <a:off x="10445303" y="6383710"/>
            <a:ext cx="17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666666"/>
                </a:solidFill>
                <a:latin typeface="Segoe Sans Display" pitchFamily="2" charset="0"/>
                <a:cs typeface="Segoe Sans Display" pitchFamily="2" charset="0"/>
              </a:rPr>
              <a:t>Microsoft Purview</a:t>
            </a:r>
          </a:p>
        </p:txBody>
      </p:sp>
    </p:spTree>
    <p:extLst>
      <p:ext uri="{BB962C8B-B14F-4D97-AF65-F5344CB8AC3E}">
        <p14:creationId xmlns:p14="http://schemas.microsoft.com/office/powerpoint/2010/main" val="216756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5" r:id="rId1"/>
    <p:sldLayoutId id="2147484688" r:id="rId2"/>
    <p:sldLayoutId id="2147484701" r:id="rId3"/>
    <p:sldLayoutId id="2147484718" r:id="rId4"/>
    <p:sldLayoutId id="2147484756" r:id="rId5"/>
    <p:sldLayoutId id="2147484803" r:id="rId6"/>
    <p:sldLayoutId id="2147484804" r:id="rId7"/>
    <p:sldLayoutId id="2147484805" r:id="rId8"/>
    <p:sldLayoutId id="2147484806" r:id="rId9"/>
    <p:sldLayoutId id="2147484807" r:id="rId10"/>
    <p:sldLayoutId id="2147484808" r:id="rId11"/>
    <p:sldLayoutId id="2147484809" r:id="rId12"/>
    <p:sldLayoutId id="2147484810" r:id="rId13"/>
    <p:sldLayoutId id="2147484811" r:id="rId14"/>
    <p:sldLayoutId id="2147484812" r:id="rId15"/>
    <p:sldLayoutId id="2147484813" r:id="rId16"/>
    <p:sldLayoutId id="2147484814" r:id="rId17"/>
    <p:sldLayoutId id="2147484816" r:id="rId18"/>
    <p:sldLayoutId id="2147484817" r:id="rId19"/>
    <p:sldLayoutId id="2147484818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j-lt"/>
          <a:ea typeface="+mj-ea"/>
          <a:cs typeface="Segoe Sans Display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9">
          <p15:clr>
            <a:srgbClr val="F26B43"/>
          </p15:clr>
        </p15:guide>
        <p15:guide id="2" pos="366">
          <p15:clr>
            <a:srgbClr val="F26B43"/>
          </p15:clr>
        </p15:guide>
        <p15:guide id="4" pos="7314">
          <p15:clr>
            <a:srgbClr val="F26B43"/>
          </p15:clr>
        </p15:guide>
        <p15:guide id="5" orient="horz" pos="576">
          <p15:clr>
            <a:srgbClr val="F26B43"/>
          </p15:clr>
        </p15:guide>
        <p15:guide id="6" orient="horz" pos="760">
          <p15:clr>
            <a:srgbClr val="F26B43"/>
          </p15:clr>
        </p15:guide>
        <p15:guide id="7" orient="horz" pos="1070">
          <p15:clr>
            <a:srgbClr val="F26B43"/>
          </p15:clr>
        </p15:guide>
        <p15:guide id="8" orient="horz" pos="3973">
          <p15:clr>
            <a:srgbClr val="F26B43"/>
          </p15:clr>
        </p15:guide>
        <p15:guide id="9" pos="1968">
          <p15:clr>
            <a:srgbClr val="A4A3A4"/>
          </p15:clr>
        </p15:guide>
        <p15:guide id="10" pos="2148">
          <p15:clr>
            <a:srgbClr val="A4A3A4"/>
          </p15:clr>
        </p15:guide>
        <p15:guide id="11" pos="3750">
          <p15:clr>
            <a:srgbClr val="A4A3A4"/>
          </p15:clr>
        </p15:guide>
        <p15:guide id="12" pos="3930">
          <p15:clr>
            <a:srgbClr val="A4A3A4"/>
          </p15:clr>
        </p15:guide>
        <p15:guide id="13" pos="5532">
          <p15:clr>
            <a:srgbClr val="A4A3A4"/>
          </p15:clr>
        </p15:guide>
        <p15:guide id="14" pos="5712">
          <p15:clr>
            <a:srgbClr val="A4A3A4"/>
          </p15:clr>
        </p15:guide>
        <p15:guide id="15" pos="7496">
          <p15:clr>
            <a:srgbClr val="A4A3A4"/>
          </p15:clr>
        </p15:guide>
        <p15:guide id="16" pos="186">
          <p15:clr>
            <a:srgbClr val="A4A3A4"/>
          </p15:clr>
        </p15:guide>
        <p15:guide id="17" pos="780">
          <p15:clr>
            <a:srgbClr val="A4A3A4"/>
          </p15:clr>
        </p15:guide>
        <p15:guide id="18" pos="957">
          <p15:clr>
            <a:srgbClr val="A4A3A4"/>
          </p15:clr>
        </p15:guide>
        <p15:guide id="19" pos="1374">
          <p15:clr>
            <a:srgbClr val="A4A3A4"/>
          </p15:clr>
        </p15:guide>
        <p15:guide id="20" pos="1554">
          <p15:clr>
            <a:srgbClr val="A4A3A4"/>
          </p15:clr>
        </p15:guide>
        <p15:guide id="21" pos="2562">
          <p15:clr>
            <a:srgbClr val="A4A3A4"/>
          </p15:clr>
        </p15:guide>
        <p15:guide id="22" pos="2739">
          <p15:clr>
            <a:srgbClr val="A4A3A4"/>
          </p15:clr>
        </p15:guide>
        <p15:guide id="23" pos="3156">
          <p15:clr>
            <a:srgbClr val="A4A3A4"/>
          </p15:clr>
        </p15:guide>
        <p15:guide id="24" pos="3336">
          <p15:clr>
            <a:srgbClr val="A4A3A4"/>
          </p15:clr>
        </p15:guide>
        <p15:guide id="25" pos="4344">
          <p15:clr>
            <a:srgbClr val="A4A3A4"/>
          </p15:clr>
        </p15:guide>
        <p15:guide id="26" pos="4526">
          <p15:clr>
            <a:srgbClr val="A4A3A4"/>
          </p15:clr>
        </p15:guide>
        <p15:guide id="27" pos="4938">
          <p15:clr>
            <a:srgbClr val="A4A3A4"/>
          </p15:clr>
        </p15:guide>
        <p15:guide id="28" pos="5120">
          <p15:clr>
            <a:srgbClr val="A4A3A4"/>
          </p15:clr>
        </p15:guide>
        <p15:guide id="29" pos="6126">
          <p15:clr>
            <a:srgbClr val="A4A3A4"/>
          </p15:clr>
        </p15:guide>
        <p15:guide id="30" pos="6308">
          <p15:clr>
            <a:srgbClr val="A4A3A4"/>
          </p15:clr>
        </p15:guide>
        <p15:guide id="31" pos="6720">
          <p15:clr>
            <a:srgbClr val="A4A3A4"/>
          </p15:clr>
        </p15:guide>
        <p15:guide id="32" pos="690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rest/api/purview/datamapdataplane/lineage?view=rest-purview-datamapdataplane-2023-09-01" TargetMode="External"/><Relationship Id="rId13" Type="http://schemas.openxmlformats.org/officeDocument/2006/relationships/hyperlink" Target="https://learn.microsoft.com/en-us/rest/api/purview/sharedataplane/received-shares?view=rest-purview-sharedataplane-2023-02-15-preview" TargetMode="External"/><Relationship Id="rId3" Type="http://schemas.openxmlformats.org/officeDocument/2006/relationships/hyperlink" Target="https://learn.microsoft.com/en-us/rest/api/purview/accountdataplane/collections?view=rest-purview-accountdataplane-2019-11-01-preview" TargetMode="External"/><Relationship Id="rId7" Type="http://schemas.openxmlformats.org/officeDocument/2006/relationships/hyperlink" Target="https://learn.microsoft.com/en-us/rest/api/purview/datamapdataplane/glossary?view=rest-purview-datamapdataplane-2023-09-01" TargetMode="External"/><Relationship Id="rId12" Type="http://schemas.openxmlformats.org/officeDocument/2006/relationships/hyperlink" Target="https://learn.microsoft.com/en-us/rest/api/purview/metadatapolicydataplane/metadata-roles?view=rest-purview-metadatapolicydataplane-2021-07-01-preview" TargetMode="External"/><Relationship Id="rId2" Type="http://schemas.openxmlformats.org/officeDocument/2006/relationships/hyperlink" Target="https://learn.microsoft.com/en-us/rest/api/purview/accountdataplane/accounts?view=rest-purview-accountdataplane-2019-11-01-preview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earn.microsoft.com/en-us/rest/api/purview/datamapdataplane/entity?view=rest-purview-datamapdataplane-2023-09-01" TargetMode="External"/><Relationship Id="rId11" Type="http://schemas.openxmlformats.org/officeDocument/2006/relationships/hyperlink" Target="https://learn.microsoft.com/en-us/rest/api/purview/metadatapolicydataplane/metadata-policy?view=rest-purview-metadatapolicydataplane-2021-07-01-preview" TargetMode="External"/><Relationship Id="rId5" Type="http://schemas.openxmlformats.org/officeDocument/2006/relationships/hyperlink" Target="https://learn.microsoft.com/en-us/rest/api/purview/datamapdataplane/discovery?view=rest-purview-datamapdataplane-2023-09-01" TargetMode="External"/><Relationship Id="rId10" Type="http://schemas.openxmlformats.org/officeDocument/2006/relationships/hyperlink" Target="https://learn.microsoft.com/en-us/rest/api/purview/datamapdataplane/type?view=rest-purview-datamapdataplane-2023-09-01" TargetMode="External"/><Relationship Id="rId4" Type="http://schemas.openxmlformats.org/officeDocument/2006/relationships/hyperlink" Target="https://learn.microsoft.com/en-us/rest/api/purview/accountdataplane/resource-set-rules?view=rest-purview-accountdataplane-2019-11-01-preview" TargetMode="External"/><Relationship Id="rId9" Type="http://schemas.openxmlformats.org/officeDocument/2006/relationships/hyperlink" Target="https://learn.microsoft.com/en-us/rest/api/purview/datamapdataplane/relationship?view=rest-purview-datamapdataplane-2023-09-01" TargetMode="External"/><Relationship Id="rId14" Type="http://schemas.openxmlformats.org/officeDocument/2006/relationships/hyperlink" Target="https://learn.microsoft.com/en-us/rest/api/purview/sharedataplane/sent-shares?view=rest-purview-sharedataplane-2023-02-15-preview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rest/api/purview/workflowdataplane/workflow-task?view=rest-purview-workflowdataplane-2023-10-01-preview" TargetMode="External"/><Relationship Id="rId13" Type="http://schemas.openxmlformats.org/officeDocument/2006/relationships/hyperlink" Target="https://learn.microsoft.com/en-us/rest/api/purview/devopspolicydataplane/devops-sql-security-auditor-policy?view=rest-purview-devopspolicydataplane-2022-11-01-preview" TargetMode="External"/><Relationship Id="rId3" Type="http://schemas.openxmlformats.org/officeDocument/2006/relationships/hyperlink" Target="https://learn.microsoft.com/en-us/rest/api/purview/workflowdataplane/task-status?view=rest-purview-workflowdataplane-2023-10-01-preview" TargetMode="External"/><Relationship Id="rId7" Type="http://schemas.openxmlformats.org/officeDocument/2006/relationships/hyperlink" Target="https://learn.microsoft.com/en-us/rest/api/purview/workflowdataplane/workflow-runs?view=rest-purview-workflowdataplane-2023-10-01-preview" TargetMode="External"/><Relationship Id="rId12" Type="http://schemas.openxmlformats.org/officeDocument/2006/relationships/hyperlink" Target="https://learn.microsoft.com/en-us/rest/api/purview/devopspolicydataplane/devops-sql-perf-monitor-policy?view=rest-purview-devopspolicydataplane-2022-11-01-preview" TargetMode="External"/><Relationship Id="rId2" Type="http://schemas.openxmlformats.org/officeDocument/2006/relationships/hyperlink" Target="https://learn.microsoft.com/en-us/rest/api/purview/workflowdataplane/approval?view=rest-purview-workflowdataplane-2023-10-01-preview" TargetMode="External"/><Relationship Id="rId16" Type="http://schemas.openxmlformats.org/officeDocument/2006/relationships/hyperlink" Target="https://learn.microsoft.com/en-us/rest/api/purview/pdsdataplane/policy-events?view=rest-purview-pdsdataplane-2023-01-01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earn.microsoft.com/en-us/rest/api/purview/workflowdataplane/workflow-run?view=rest-purview-workflowdataplane-2023-10-01-preview" TargetMode="External"/><Relationship Id="rId11" Type="http://schemas.openxmlformats.org/officeDocument/2006/relationships/hyperlink" Target="https://learn.microsoft.com/en-us/rest/api/purview/devopspolicydataplane/devops-policy?view=rest-purview-devopspolicydataplane-2022-11-01-preview" TargetMode="External"/><Relationship Id="rId5" Type="http://schemas.openxmlformats.org/officeDocument/2006/relationships/hyperlink" Target="https://learn.microsoft.com/en-us/rest/api/purview/workflowdataplane/workflow?view=rest-purview-workflowdataplane-2023-10-01-preview" TargetMode="External"/><Relationship Id="rId15" Type="http://schemas.openxmlformats.org/officeDocument/2006/relationships/hyperlink" Target="https://learn.microsoft.com/en-us/rest/api/purview/pdsdataplane/policy-elements?view=rest-purview-pdsdataplane-2023-01-01" TargetMode="External"/><Relationship Id="rId10" Type="http://schemas.openxmlformats.org/officeDocument/2006/relationships/hyperlink" Target="https://learn.microsoft.com/en-us/rest/api/purview/workflowdataplane/workflows?view=rest-purview-workflowdataplane-2023-10-01-preview" TargetMode="External"/><Relationship Id="rId4" Type="http://schemas.openxmlformats.org/officeDocument/2006/relationships/hyperlink" Target="https://learn.microsoft.com/en-us/rest/api/purview/workflowdataplane/user-requests?view=rest-purview-workflowdataplane-2023-10-01-preview" TargetMode="External"/><Relationship Id="rId9" Type="http://schemas.openxmlformats.org/officeDocument/2006/relationships/hyperlink" Target="https://learn.microsoft.com/en-us/rest/api/purview/workflowdataplane/workflow-tasks?view=rest-purview-workflowdataplane-2023-10-01-preview" TargetMode="External"/><Relationship Id="rId14" Type="http://schemas.openxmlformats.org/officeDocument/2006/relationships/hyperlink" Target="https://learn.microsoft.com/en-us/rest/api/purview/pdsdataplane/datasource-preferences?view=rest-purview-pdsdataplane-2023-01-01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rest/api/purview/purview-unified-catalog/create-domain?view=rest-purview-purview-unified-catalog-2025-09-15-preview" TargetMode="External"/><Relationship Id="rId13" Type="http://schemas.openxmlformats.org/officeDocument/2006/relationships/hyperlink" Target="https://learn.microsoft.com/en-us/rest/api/purview/purview-unified-catalog/delete-data-product-relationship?view=rest-purview-purview-unified-catalog-2025-09-15-preview" TargetMode="External"/><Relationship Id="rId18" Type="http://schemas.openxmlformats.org/officeDocument/2006/relationships/hyperlink" Target="https://learn.microsoft.com/en-us/rest/api/purview/purview-unified-catalog/enumerate-domains?view=rest-purview-purview-unified-catalog-2025-09-15-preview" TargetMode="External"/><Relationship Id="rId3" Type="http://schemas.openxmlformats.org/officeDocument/2006/relationships/hyperlink" Target="https://learn.microsoft.com/en-us/rest/api/purview/purview-unified-catalog/add-related-entity?view=rest-purview-purview-unified-catalog-2025-09-15-preview" TargetMode="External"/><Relationship Id="rId21" Type="http://schemas.openxmlformats.org/officeDocument/2006/relationships/hyperlink" Target="https://learn.microsoft.com/en-us/rest/api/purview/purview-unified-catalog/get-data-product-by-id?view=rest-purview-purview-unified-catalog-2025-09-15-preview" TargetMode="External"/><Relationship Id="rId7" Type="http://schemas.openxmlformats.org/officeDocument/2006/relationships/hyperlink" Target="https://learn.microsoft.com/en-us/rest/api/purview/purview-unified-catalog/create-data-product-relationship?view=rest-purview-purview-unified-catalog-2025-09-15-preview" TargetMode="External"/><Relationship Id="rId12" Type="http://schemas.openxmlformats.org/officeDocument/2006/relationships/hyperlink" Target="https://learn.microsoft.com/en-us/rest/api/purview/purview-unified-catalog/delete-data-product-by-id?view=rest-purview-purview-unified-catalog-2025-09-15-preview" TargetMode="External"/><Relationship Id="rId17" Type="http://schemas.openxmlformats.org/officeDocument/2006/relationships/hyperlink" Target="https://learn.microsoft.com/en-us/rest/api/purview/purview-unified-catalog/delete-term?view=rest-purview-purview-unified-catalog-2025-09-15-preview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learn.microsoft.com/en-us/rest/api/purview/purview-unified-catalog/delete-related-term?view=rest-purview-purview-unified-catalog-2025-09-15-preview" TargetMode="External"/><Relationship Id="rId20" Type="http://schemas.openxmlformats.org/officeDocument/2006/relationships/hyperlink" Target="https://learn.microsoft.com/en-us/rest/api/purview/purview-unified-catalog/get-critical-data-element-facets?view=rest-purview-purview-unified-catalog-2025-09-15-preview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earn.microsoft.com/en-us/rest/api/purview/purview-unified-catalog/create-data-product?view=rest-purview-purview-unified-catalog-2025-09-15-preview" TargetMode="External"/><Relationship Id="rId11" Type="http://schemas.openxmlformats.org/officeDocument/2006/relationships/hyperlink" Target="https://learn.microsoft.com/en-us/rest/api/purview/purview-unified-catalog/create-term?view=rest-purview-purview-unified-catalog-2025-09-15-preview" TargetMode="External"/><Relationship Id="rId24" Type="http://schemas.openxmlformats.org/officeDocument/2006/relationships/hyperlink" Target="https://learn.microsoft.com/en-us/rest/api/purview/purview-unified-catalog/get-key-result-by-id?view=rest-purview-purview-unified-catalog-2025-09-15-preview" TargetMode="External"/><Relationship Id="rId5" Type="http://schemas.openxmlformats.org/officeDocument/2006/relationships/hyperlink" Target="https://learn.microsoft.com/en-us/rest/api/purview/purview-unified-catalog/create-critical-data-element-relationship?view=rest-purview-purview-unified-catalog-2025-09-15-preview" TargetMode="External"/><Relationship Id="rId15" Type="http://schemas.openxmlformats.org/officeDocument/2006/relationships/hyperlink" Target="https://learn.microsoft.com/en-us/rest/api/purview/purview-unified-catalog/delete-objective-by-id?view=rest-purview-purview-unified-catalog-2025-09-15-preview" TargetMode="External"/><Relationship Id="rId23" Type="http://schemas.openxmlformats.org/officeDocument/2006/relationships/hyperlink" Target="https://learn.microsoft.com/en-us/rest/api/purview/purview-unified-catalog/get-domain-by-id?view=rest-purview-purview-unified-catalog-2025-09-15-preview" TargetMode="External"/><Relationship Id="rId10" Type="http://schemas.openxmlformats.org/officeDocument/2006/relationships/hyperlink" Target="https://learn.microsoft.com/en-us/rest/api/purview/purview-unified-catalog/create-objective?view=rest-purview-purview-unified-catalog-2025-09-15-preview" TargetMode="External"/><Relationship Id="rId19" Type="http://schemas.openxmlformats.org/officeDocument/2006/relationships/hyperlink" Target="https://learn.microsoft.com/en-us/rest/api/purview/purview-unified-catalog/get-critical-data-element-by-id?view=rest-purview-purview-unified-catalog-2025-09-15-preview" TargetMode="External"/><Relationship Id="rId4" Type="http://schemas.openxmlformats.org/officeDocument/2006/relationships/hyperlink" Target="https://learn.microsoft.com/en-us/rest/api/purview/purview-unified-catalog/create-critical-data-element?view=rest-purview-purview-unified-catalog-2025-09-15-preview" TargetMode="External"/><Relationship Id="rId9" Type="http://schemas.openxmlformats.org/officeDocument/2006/relationships/hyperlink" Target="https://learn.microsoft.com/en-us/rest/api/purview/purview-unified-catalog/create-key-result?view=rest-purview-purview-unified-catalog-2025-09-15-preview" TargetMode="External"/><Relationship Id="rId14" Type="http://schemas.openxmlformats.org/officeDocument/2006/relationships/hyperlink" Target="https://learn.microsoft.com/en-us/rest/api/purview/purview-unified-catalog/delete-key-result-by-id?view=rest-purview-purview-unified-catalog-2025-09-15-preview" TargetMode="External"/><Relationship Id="rId22" Type="http://schemas.openxmlformats.org/officeDocument/2006/relationships/hyperlink" Target="https://learn.microsoft.com/en-us/rest/api/purview/purview-unified-catalog/get-data-product-facets?view=rest-purview-purview-unified-catalog-2025-09-15-preview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rest/api/purview/purview-unified-catalog/list-critical-data-element-relationships?view=rest-purview-purview-unified-catalog-2025-09-15-preview" TargetMode="External"/><Relationship Id="rId13" Type="http://schemas.openxmlformats.org/officeDocument/2006/relationships/hyperlink" Target="https://learn.microsoft.com/en-us/rest/api/purview/purview-unified-catalog/list-related-entities?view=rest-purview-purview-unified-catalog-2025-09-15-preview" TargetMode="External"/><Relationship Id="rId18" Type="http://schemas.openxmlformats.org/officeDocument/2006/relationships/hyperlink" Target="https://learn.microsoft.com/en-us/rest/api/purview/purview-unified-catalog/query-terms?view=rest-purview-purview-unified-catalog-2025-09-15-preview" TargetMode="External"/><Relationship Id="rId3" Type="http://schemas.openxmlformats.org/officeDocument/2006/relationships/hyperlink" Target="https://learn.microsoft.com/en-us/rest/api/purview/purview-unified-catalog/get-objective-by-id?view=rest-purview-purview-unified-catalog-2025-09-15-preview" TargetMode="External"/><Relationship Id="rId21" Type="http://schemas.openxmlformats.org/officeDocument/2006/relationships/hyperlink" Target="https://learn.microsoft.com/en-us/rest/api/purview/purview-unified-catalog/update-domain?view=rest-purview-purview-unified-catalog-2025-09-15-preview" TargetMode="External"/><Relationship Id="rId7" Type="http://schemas.openxmlformats.org/officeDocument/2006/relationships/hyperlink" Target="https://learn.microsoft.com/en-us/rest/api/purview/purview-unified-catalog/list-critical-data-element?view=rest-purview-purview-unified-catalog-2025-09-15-preview" TargetMode="External"/><Relationship Id="rId12" Type="http://schemas.openxmlformats.org/officeDocument/2006/relationships/hyperlink" Target="https://learn.microsoft.com/en-us/rest/api/purview/purview-unified-catalog/list-policies?view=rest-purview-purview-unified-catalog-2025-09-15-preview" TargetMode="External"/><Relationship Id="rId17" Type="http://schemas.openxmlformats.org/officeDocument/2006/relationships/hyperlink" Target="https://learn.microsoft.com/en-us/rest/api/purview/purview-unified-catalog/query-objectives?view=rest-purview-purview-unified-catalog-2025-09-15-preview" TargetMode="External"/><Relationship Id="rId25" Type="http://schemas.openxmlformats.org/officeDocument/2006/relationships/hyperlink" Target="https://learn.microsoft.com/en-us/rest/api/purview/purview-unified-catalog/update-term?view=rest-purview-purview-unified-catalog-2025-09-15-preview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s://learn.microsoft.com/en-us/rest/api/purview/purview-unified-catalog/query-data-products?view=rest-purview-purview-unified-catalog-2025-09-15-preview" TargetMode="External"/><Relationship Id="rId20" Type="http://schemas.openxmlformats.org/officeDocument/2006/relationships/hyperlink" Target="https://learn.microsoft.com/en-us/rest/api/purview/purview-unified-catalog/update-data-product?view=rest-purview-purview-unified-catalog-2025-09-15-preview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earn.microsoft.com/en-us/rest/api/purview/purview-unified-catalog/get-term-facets?view=rest-purview-purview-unified-catalog-2025-09-15-preview" TargetMode="External"/><Relationship Id="rId11" Type="http://schemas.openxmlformats.org/officeDocument/2006/relationships/hyperlink" Target="https://learn.microsoft.com/en-us/rest/api/purview/purview-unified-catalog/list-key-results?view=rest-purview-purview-unified-catalog-2025-09-15-preview" TargetMode="External"/><Relationship Id="rId24" Type="http://schemas.openxmlformats.org/officeDocument/2006/relationships/hyperlink" Target="https://learn.microsoft.com/en-us/rest/api/purview/purview-unified-catalog/update-policy?view=rest-purview-purview-unified-catalog-2025-09-15-preview" TargetMode="External"/><Relationship Id="rId5" Type="http://schemas.openxmlformats.org/officeDocument/2006/relationships/hyperlink" Target="https://learn.microsoft.com/en-us/rest/api/purview/purview-unified-catalog/get-term?view=rest-purview-purview-unified-catalog-2025-09-15-preview" TargetMode="External"/><Relationship Id="rId15" Type="http://schemas.openxmlformats.org/officeDocument/2006/relationships/hyperlink" Target="https://learn.microsoft.com/en-us/rest/api/purview/purview-unified-catalog/query-critical-data-elements?view=rest-purview-purview-unified-catalog-2025-09-15-preview" TargetMode="External"/><Relationship Id="rId23" Type="http://schemas.openxmlformats.org/officeDocument/2006/relationships/hyperlink" Target="https://learn.microsoft.com/en-us/rest/api/purview/purview-unified-catalog/update-objective?view=rest-purview-purview-unified-catalog-2025-09-15-preview" TargetMode="External"/><Relationship Id="rId10" Type="http://schemas.openxmlformats.org/officeDocument/2006/relationships/hyperlink" Target="https://learn.microsoft.com/en-us/rest/api/purview/purview-unified-catalog/list-hierarchy-terms?view=rest-purview-purview-unified-catalog-2025-09-15-preview" TargetMode="External"/><Relationship Id="rId19" Type="http://schemas.openxmlformats.org/officeDocument/2006/relationships/hyperlink" Target="https://learn.microsoft.com/en-us/rest/api/purview/purview-unified-catalog/update-critical-data-element?view=rest-purview-purview-unified-catalog-2025-09-15-preview" TargetMode="External"/><Relationship Id="rId4" Type="http://schemas.openxmlformats.org/officeDocument/2006/relationships/hyperlink" Target="https://learn.microsoft.com/en-us/rest/api/purview/purview-unified-catalog/get-objective-facets?view=rest-purview-purview-unified-catalog-2025-09-15-preview" TargetMode="External"/><Relationship Id="rId9" Type="http://schemas.openxmlformats.org/officeDocument/2006/relationships/hyperlink" Target="https://learn.microsoft.com/en-us/rest/api/purview/purview-unified-catalog/list-data-products?view=rest-purview-purview-unified-catalog-2025-09-15-preview" TargetMode="External"/><Relationship Id="rId14" Type="http://schemas.openxmlformats.org/officeDocument/2006/relationships/hyperlink" Target="https://learn.microsoft.com/en-us/rest/api/purview/purview-unified-catalog/list-term?view=rest-purview-purview-unified-catalog-2025-09-15-preview" TargetMode="External"/><Relationship Id="rId22" Type="http://schemas.openxmlformats.org/officeDocument/2006/relationships/hyperlink" Target="https://learn.microsoft.com/en-us/rest/api/purview/purview-unified-catalog/update-key-result?view=rest-purview-purview-unified-catalog-2025-09-15-preview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rest/api/purview/scanningdataplane/managed-private-endpoints?view=rest-purview-scanningdataplane-2023-09-01" TargetMode="External"/><Relationship Id="rId13" Type="http://schemas.openxmlformats.org/officeDocument/2006/relationships/hyperlink" Target="https://learn.microsoft.com/en-us/rest/api/purview/scanningdataplane/system-scan-rulesets?view=rest-purview-scanningdataplane-2023-09-01" TargetMode="External"/><Relationship Id="rId3" Type="http://schemas.openxmlformats.org/officeDocument/2006/relationships/hyperlink" Target="https://learn.microsoft.com/en-us/rest/api/purview/scanningdataplane/credential?view=rest-purview-scanningdataplane-2023-09-01" TargetMode="External"/><Relationship Id="rId7" Type="http://schemas.openxmlformats.org/officeDocument/2006/relationships/hyperlink" Target="https://learn.microsoft.com/en-us/rest/api/purview/scanningdataplane/key-vault-connections?view=rest-purview-scanningdataplane-2023-09-01" TargetMode="External"/><Relationship Id="rId12" Type="http://schemas.openxmlformats.org/officeDocument/2006/relationships/hyperlink" Target="https://learn.microsoft.com/en-us/rest/api/purview/scanningdataplane/scans?view=rest-purview-scanningdataplane-2023-09-01" TargetMode="External"/><Relationship Id="rId2" Type="http://schemas.openxmlformats.org/officeDocument/2006/relationships/hyperlink" Target="https://learn.microsoft.com/en-us/rest/api/purview/scanningdataplane/classification-rules?view=rest-purview-scanningdataplane-2023-09-01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earn.microsoft.com/en-us/rest/api/purview/scanningdataplane/integration-runtimes?view=rest-purview-scanningdataplane-2023-09-01" TargetMode="External"/><Relationship Id="rId11" Type="http://schemas.openxmlformats.org/officeDocument/2006/relationships/hyperlink" Target="https://learn.microsoft.com/en-us/rest/api/purview/scanningdataplane/scan-rulesets?view=rest-purview-scanningdataplane-2023-09-01" TargetMode="External"/><Relationship Id="rId5" Type="http://schemas.openxmlformats.org/officeDocument/2006/relationships/hyperlink" Target="https://learn.microsoft.com/en-us/rest/api/purview/scanningdataplane/filters?view=rest-purview-scanningdataplane-2023-09-01" TargetMode="External"/><Relationship Id="rId10" Type="http://schemas.openxmlformats.org/officeDocument/2006/relationships/hyperlink" Target="https://learn.microsoft.com/en-us/rest/api/purview/scanningdataplane/scan-result?view=rest-purview-scanningdataplane-2023-09-01" TargetMode="External"/><Relationship Id="rId4" Type="http://schemas.openxmlformats.org/officeDocument/2006/relationships/hyperlink" Target="https://learn.microsoft.com/en-us/rest/api/purview/scanningdataplane/data-sources?view=rest-purview-scanningdataplane-2023-09-01" TargetMode="External"/><Relationship Id="rId9" Type="http://schemas.openxmlformats.org/officeDocument/2006/relationships/hyperlink" Target="https://learn.microsoft.com/en-us/rest/api/purview/scanningdataplane/managed-virtual-networks?view=rest-purview-scanningdataplane-2023-09-01" TargetMode="External"/><Relationship Id="rId14" Type="http://schemas.openxmlformats.org/officeDocument/2006/relationships/hyperlink" Target="https://learn.microsoft.com/en-us/rest/api/purview/scanningdataplane/triggers?view=rest-purview-scanningdataplane-2023-09-01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rest/api/purview/purviewdataquality/delete-data-source?view=rest-purview-purviewdataquality-2025-09-01-preview" TargetMode="External"/><Relationship Id="rId13" Type="http://schemas.openxmlformats.org/officeDocument/2006/relationships/hyperlink" Target="https://learn.microsoft.com/en-us/rest/api/purview/purviewdataquality/delete-scoped-asset-meta-data?view=rest-purview-purviewdataquality-2025-09-01-preview" TargetMode="External"/><Relationship Id="rId18" Type="http://schemas.openxmlformats.org/officeDocument/2006/relationships/hyperlink" Target="https://learn.microsoft.com/en-us/rest/api/purview/purviewdataquality/get-observer?view=rest-purview-purviewdataquality-2025-09-01-preview" TargetMode="External"/><Relationship Id="rId3" Type="http://schemas.openxmlformats.org/officeDocument/2006/relationships/hyperlink" Target="https://learn.microsoft.com/en-us/rest/api/purview/purviewdataquality/cancel-scan-by-run-id?view=rest-purview-purviewdataquality-2025-09-01-preview" TargetMode="External"/><Relationship Id="rId21" Type="http://schemas.openxmlformats.org/officeDocument/2006/relationships/hyperlink" Target="https://learn.microsoft.com/en-us/rest/api/purview/purviewdataquality/get-run-status?view=rest-purview-purviewdataquality-2025-09-01-preview" TargetMode="External"/><Relationship Id="rId7" Type="http://schemas.openxmlformats.org/officeDocument/2006/relationships/hyperlink" Target="https://learn.microsoft.com/en-us/rest/api/purview/purviewdataquality/create-schedule?view=rest-purview-purviewdataquality-2025-09-01-preview" TargetMode="External"/><Relationship Id="rId12" Type="http://schemas.openxmlformats.org/officeDocument/2006/relationships/hyperlink" Target="https://learn.microsoft.com/en-us/rest/api/purview/purviewdataquality/delete-schedule?view=rest-purview-purviewdataquality-2025-09-01-preview" TargetMode="External"/><Relationship Id="rId17" Type="http://schemas.openxmlformats.org/officeDocument/2006/relationships/hyperlink" Target="https://learn.microsoft.com/en-us/rest/api/purview/purviewdataquality/get-latest-snapshot?view=rest-purview-purviewdataquality-2025-09-01-preview" TargetMode="External"/><Relationship Id="rId2" Type="http://schemas.openxmlformats.org/officeDocument/2006/relationships/hyperlink" Target="https://learn.microsoft.com/en-us/rest/api/purview/purviewdataquality/cancel-scan?view=rest-purview-purviewdataquality-2025-09-01-preview" TargetMode="External"/><Relationship Id="rId16" Type="http://schemas.openxmlformats.org/officeDocument/2006/relationships/hyperlink" Target="https://learn.microsoft.com/en-us/rest/api/purview/purviewdataquality/get-data-sources?view=rest-purview-purviewdataquality-2025-09-01-preview" TargetMode="External"/><Relationship Id="rId20" Type="http://schemas.openxmlformats.org/officeDocument/2006/relationships/hyperlink" Target="https://learn.microsoft.com/en-us/rest/api/purview/purviewdataquality/get-rules?view=rest-purview-purviewdataquality-2025-09-01-preview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earn.microsoft.com/en-us/rest/api/purview/purviewdataquality/create-rules?view=rest-purview-purviewdataquality-2025-09-01-preview" TargetMode="External"/><Relationship Id="rId11" Type="http://schemas.openxmlformats.org/officeDocument/2006/relationships/hyperlink" Target="https://learn.microsoft.com/en-us/rest/api/purview/purviewdataquality/delete-rule?view=rest-purview-purviewdataquality-2025-09-01-preview" TargetMode="External"/><Relationship Id="rId5" Type="http://schemas.openxmlformats.org/officeDocument/2006/relationships/hyperlink" Target="https://learn.microsoft.com/en-us/rest/api/purview/purviewdataquality/create-data-source?view=rest-purview-purviewdataquality-2025-09-01-preview" TargetMode="External"/><Relationship Id="rId15" Type="http://schemas.openxmlformats.org/officeDocument/2006/relationships/hyperlink" Target="https://learn.microsoft.com/en-us/rest/api/purview/purviewdataquality/get-data-source?view=rest-purview-purviewdataquality-2025-09-01-preview" TargetMode="External"/><Relationship Id="rId10" Type="http://schemas.openxmlformats.org/officeDocument/2006/relationships/hyperlink" Target="https://learn.microsoft.com/en-us/rest/api/purview/purviewdataquality/delete-profile-run?view=rest-purview-purviewdataquality-2025-09-01-preview" TargetMode="External"/><Relationship Id="rId19" Type="http://schemas.openxmlformats.org/officeDocument/2006/relationships/hyperlink" Target="https://learn.microsoft.com/en-us/rest/api/purview/purviewdataquality/get-rule?view=rest-purview-purviewdataquality-2025-09-01-preview" TargetMode="External"/><Relationship Id="rId4" Type="http://schemas.openxmlformats.org/officeDocument/2006/relationships/hyperlink" Target="https://learn.microsoft.com/en-us/rest/api/purview/purviewdataquality/create-bulk-asset-metadata?view=rest-purview-purviewdataquality-2025-09-01-preview" TargetMode="External"/><Relationship Id="rId9" Type="http://schemas.openxmlformats.org/officeDocument/2006/relationships/hyperlink" Target="https://learn.microsoft.com/en-us/rest/api/purview/purviewdataquality/delete-observation?view=rest-purview-purviewdataquality-2025-09-01-preview" TargetMode="External"/><Relationship Id="rId14" Type="http://schemas.openxmlformats.org/officeDocument/2006/relationships/hyperlink" Target="https://learn.microsoft.com/en-us/rest/api/purview/purviewdataquality/get-bulk-asset-metadata?view=rest-purview-purviewdataquality-2025-09-01-preview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rest/api/purview/purviewdataquality/opinion-trend?view=rest-purview-purviewdataquality-2025-09-01-preview" TargetMode="External"/><Relationship Id="rId13" Type="http://schemas.openxmlformats.org/officeDocument/2006/relationships/hyperlink" Target="https://learn.microsoft.com/en-us/rest/api/purview/purviewdataquality/update-observer?view=rest-purview-purviewdataquality-2025-09-01-preview" TargetMode="External"/><Relationship Id="rId3" Type="http://schemas.openxmlformats.org/officeDocument/2006/relationships/hyperlink" Target="https://learn.microsoft.com/en-us/rest/api/purview/purviewdataquality/get-runs-for-asset?view=rest-purview-purviewdataquality-2025-09-01-preview" TargetMode="External"/><Relationship Id="rId7" Type="http://schemas.openxmlformats.org/officeDocument/2006/relationships/hyperlink" Target="https://learn.microsoft.com/en-us/rest/api/purview/purviewdataquality/observations?view=rest-purview-purviewdataquality-2025-09-01-preview" TargetMode="External"/><Relationship Id="rId12" Type="http://schemas.openxmlformats.org/officeDocument/2006/relationships/hyperlink" Target="https://learn.microsoft.com/en-us/rest/api/purview/purviewdataquality/update-data-source?view=rest-purview-purviewdataquality-2025-09-01-preview" TargetMode="External"/><Relationship Id="rId2" Type="http://schemas.openxmlformats.org/officeDocument/2006/relationships/hyperlink" Target="https://learn.microsoft.com/en-us/rest/api/purview/purviewdataquality/get-runs?view=rest-purview-purviewdataquality-2025-09-01-preview" TargetMode="External"/><Relationship Id="rId16" Type="http://schemas.openxmlformats.org/officeDocument/2006/relationships/hyperlink" Target="https://learn.microsoft.com/en-us/rest/api/purview/purviewdataquality/update-scoped-asset-meta-data?view=rest-purview-purviewdataquality-2025-09-01-preview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earn.microsoft.com/en-us/rest/api/purview/purviewdataquality/get-scoped-asset-meta-data?view=rest-purview-purviewdataquality-2025-09-01-preview" TargetMode="External"/><Relationship Id="rId11" Type="http://schemas.openxmlformats.org/officeDocument/2006/relationships/hyperlink" Target="https://learn.microsoft.com/en-us/rest/api/purview/purviewdataquality/scans?view=rest-purview-purviewdataquality-2025-09-01-preview" TargetMode="External"/><Relationship Id="rId5" Type="http://schemas.openxmlformats.org/officeDocument/2006/relationships/hyperlink" Target="https://learn.microsoft.com/en-us/rest/api/purview/purviewdataquality/get-schedules?view=rest-purview-purviewdataquality-2025-09-01-preview" TargetMode="External"/><Relationship Id="rId15" Type="http://schemas.openxmlformats.org/officeDocument/2006/relationships/hyperlink" Target="https://learn.microsoft.com/en-us/rest/api/purview/purviewdataquality/update-schedule?view=rest-purview-purviewdataquality-2025-09-01-preview" TargetMode="External"/><Relationship Id="rId10" Type="http://schemas.openxmlformats.org/officeDocument/2006/relationships/hyperlink" Target="https://learn.microsoft.com/en-us/rest/api/purview/purviewdataquality/scan-by-scan-id?view=rest-purview-purviewdataquality-2025-09-01-preview" TargetMode="External"/><Relationship Id="rId4" Type="http://schemas.openxmlformats.org/officeDocument/2006/relationships/hyperlink" Target="https://learn.microsoft.com/en-us/rest/api/purview/purviewdataquality/get-schedule?view=rest-purview-purviewdataquality-2025-09-01-preview" TargetMode="External"/><Relationship Id="rId9" Type="http://schemas.openxmlformats.org/officeDocument/2006/relationships/hyperlink" Target="https://learn.microsoft.com/en-us/rest/api/purview/purviewdataquality/profile?view=rest-purview-purviewdataquality-2025-09-01-preview" TargetMode="External"/><Relationship Id="rId14" Type="http://schemas.openxmlformats.org/officeDocument/2006/relationships/hyperlink" Target="https://learn.microsoft.com/en-us/rest/api/purview/purviewdataquality/update-rule?view=rest-purview-purviewdataquality-2025-09-01-pre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40CB8A5C-7978-D6DF-6BCB-6AA6077897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20523" y="1711795"/>
            <a:ext cx="4446587" cy="2032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Governance</a:t>
            </a:r>
            <a:r>
              <a:rPr lang="en-GB" dirty="0"/>
              <a:t> and Compliance with Microsoft Purview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getting started guide –</a:t>
            </a:r>
            <a:r>
              <a:rPr lang="en-GB" b="1" i="1" dirty="0"/>
              <a:t>Purview API’s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E63F7-CA11-EE0D-34D2-1201EFE93977}"/>
              </a:ext>
            </a:extLst>
          </p:cNvPr>
          <p:cNvSpPr txBox="1"/>
          <p:nvPr/>
        </p:nvSpPr>
        <p:spPr>
          <a:xfrm>
            <a:off x="6510824" y="4254747"/>
            <a:ext cx="4169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Jan Cordtz, Snr. Cloud Solution Architect</a:t>
            </a:r>
          </a:p>
          <a:p>
            <a:r>
              <a:rPr lang="en-US" dirty="0"/>
              <a:t>Microsoft Denmark</a:t>
            </a:r>
          </a:p>
          <a:p>
            <a:endParaRPr lang="en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8D2DC-C8B4-6322-2C43-B0CC81930541}"/>
              </a:ext>
            </a:extLst>
          </p:cNvPr>
          <p:cNvSpPr txBox="1"/>
          <p:nvPr/>
        </p:nvSpPr>
        <p:spPr>
          <a:xfrm>
            <a:off x="622852" y="2913935"/>
            <a:ext cx="4018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If you think compliance is complicated,</a:t>
            </a:r>
            <a:br>
              <a:rPr lang="en-GB" b="1" dirty="0">
                <a:solidFill>
                  <a:schemeClr val="bg1"/>
                </a:solidFill>
              </a:rPr>
            </a:br>
            <a:r>
              <a:rPr lang="en-GB" b="1" dirty="0">
                <a:solidFill>
                  <a:schemeClr val="bg1"/>
                </a:solidFill>
              </a:rPr>
              <a:t>feel free to try incompliance!</a:t>
            </a:r>
            <a:endParaRPr lang="en-DK" b="1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21A6C-97B1-2888-CE88-F83D203B392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8595466" y="6211544"/>
            <a:ext cx="1566909" cy="5440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15BF0C-A693-8110-B0D8-35654CBC84D2}"/>
              </a:ext>
            </a:extLst>
          </p:cNvPr>
          <p:cNvCxnSpPr/>
          <p:nvPr/>
        </p:nvCxnSpPr>
        <p:spPr>
          <a:xfrm>
            <a:off x="10299391" y="6292598"/>
            <a:ext cx="0" cy="45258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E45D75-77AE-3079-FFC7-8EBA288E263F}"/>
              </a:ext>
            </a:extLst>
          </p:cNvPr>
          <p:cNvSpPr txBox="1"/>
          <p:nvPr/>
        </p:nvSpPr>
        <p:spPr>
          <a:xfrm>
            <a:off x="531412" y="5872558"/>
            <a:ext cx="6193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– in this document the name </a:t>
            </a:r>
            <a:r>
              <a:rPr lang="en-US" b="1" dirty="0"/>
              <a:t>Purview</a:t>
            </a:r>
            <a:r>
              <a:rPr lang="en-US" dirty="0"/>
              <a:t> – if not otherwise</a:t>
            </a:r>
          </a:p>
          <a:p>
            <a:r>
              <a:rPr lang="en-US" dirty="0"/>
              <a:t>stated - is used for the Data Governance part of Purview.</a:t>
            </a:r>
          </a:p>
        </p:txBody>
      </p:sp>
    </p:spTree>
    <p:extLst>
      <p:ext uri="{BB962C8B-B14F-4D97-AF65-F5344CB8AC3E}">
        <p14:creationId xmlns:p14="http://schemas.microsoft.com/office/powerpoint/2010/main" val="3886619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EC98B-A882-D20D-4BB7-B27CB4F9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039725-BF3F-E2DE-64B9-DB998EEDD50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400800" y="2384897"/>
            <a:ext cx="5127585" cy="256648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4000" dirty="0">
                <a:solidFill>
                  <a:schemeClr val="bg1"/>
                </a:solidFill>
              </a:rPr>
              <a:t>Get </a:t>
            </a:r>
            <a:r>
              <a:rPr lang="en-GB" sz="4000" b="1" dirty="0">
                <a:solidFill>
                  <a:schemeClr val="accent1">
                    <a:lumMod val="50000"/>
                  </a:schemeClr>
                </a:solidFill>
              </a:rPr>
              <a:t>Purview Data Governance</a:t>
            </a:r>
            <a:r>
              <a:rPr lang="en-GB" sz="4000" dirty="0">
                <a:solidFill>
                  <a:schemeClr val="bg1"/>
                </a:solidFill>
              </a:rPr>
              <a:t> running</a:t>
            </a:r>
            <a:endParaRPr lang="en-DK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346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F81F463-5BA1-E986-1930-834E6A66AAC1}"/>
              </a:ext>
            </a:extLst>
          </p:cNvPr>
          <p:cNvSpPr/>
          <p:nvPr/>
        </p:nvSpPr>
        <p:spPr>
          <a:xfrm>
            <a:off x="9563924" y="4511415"/>
            <a:ext cx="2628076" cy="1940374"/>
          </a:xfrm>
          <a:prstGeom prst="roundRect">
            <a:avLst>
              <a:gd name="adj" fmla="val 5971"/>
            </a:avLst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-Turn Arrow 22">
            <a:extLst>
              <a:ext uri="{FF2B5EF4-FFF2-40B4-BE49-F238E27FC236}">
                <a16:creationId xmlns:a16="http://schemas.microsoft.com/office/drawing/2014/main" id="{45D074B9-75A7-CA3B-2F60-9E20BDC04D12}"/>
              </a:ext>
            </a:extLst>
          </p:cNvPr>
          <p:cNvSpPr/>
          <p:nvPr/>
        </p:nvSpPr>
        <p:spPr>
          <a:xfrm rot="5400000" flipV="1">
            <a:off x="247984" y="4148516"/>
            <a:ext cx="1828796" cy="932685"/>
          </a:xfrm>
          <a:prstGeom prst="uturnArrow">
            <a:avLst>
              <a:gd name="adj1" fmla="val 17157"/>
              <a:gd name="adj2" fmla="val 15686"/>
              <a:gd name="adj3" fmla="val 24020"/>
              <a:gd name="adj4" fmla="val 43750"/>
              <a:gd name="adj5" fmla="val 75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D431AD-AF7B-319E-2906-58D8681FBBBE}"/>
              </a:ext>
            </a:extLst>
          </p:cNvPr>
          <p:cNvSpPr txBox="1"/>
          <p:nvPr/>
        </p:nvSpPr>
        <p:spPr>
          <a:xfrm>
            <a:off x="595223" y="422694"/>
            <a:ext cx="236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Purview “Process”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F4E9549-AFE9-D4DE-5162-4DCA67AFC2F8}"/>
              </a:ext>
            </a:extLst>
          </p:cNvPr>
          <p:cNvSpPr/>
          <p:nvPr/>
        </p:nvSpPr>
        <p:spPr>
          <a:xfrm>
            <a:off x="1162383" y="4069466"/>
            <a:ext cx="1063913" cy="24154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Scan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57BD0E-6046-498C-00AB-DECFABF21107}"/>
              </a:ext>
            </a:extLst>
          </p:cNvPr>
          <p:cNvSpPr/>
          <p:nvPr/>
        </p:nvSpPr>
        <p:spPr>
          <a:xfrm>
            <a:off x="2496614" y="4078092"/>
            <a:ext cx="1063913" cy="24154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API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D14DD5-1818-DC01-17AE-ABF37E6526C5}"/>
              </a:ext>
            </a:extLst>
          </p:cNvPr>
          <p:cNvSpPr/>
          <p:nvPr/>
        </p:nvSpPr>
        <p:spPr>
          <a:xfrm>
            <a:off x="1389552" y="4456446"/>
            <a:ext cx="2214124" cy="182879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Enhance assets</a:t>
            </a:r>
          </a:p>
          <a:p>
            <a:pPr algn="ctr"/>
            <a:endParaRPr lang="en-US" sz="7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Descriptions (scan?)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Owners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Lineage (scan?)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Glossaries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Classification (scan?)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Sensitivity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FF4811E-EB31-25AF-6039-9858AF91489E}"/>
              </a:ext>
            </a:extLst>
          </p:cNvPr>
          <p:cNvSpPr/>
          <p:nvPr/>
        </p:nvSpPr>
        <p:spPr>
          <a:xfrm>
            <a:off x="1162382" y="1763504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Establish Domains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9F0984-8DF3-B196-27BD-BF347BEFB621}"/>
              </a:ext>
            </a:extLst>
          </p:cNvPr>
          <p:cNvSpPr/>
          <p:nvPr/>
        </p:nvSpPr>
        <p:spPr>
          <a:xfrm>
            <a:off x="1162382" y="2360333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Establish Collections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F724D0-81FD-CC25-DC48-17572C35D967}"/>
              </a:ext>
            </a:extLst>
          </p:cNvPr>
          <p:cNvSpPr/>
          <p:nvPr/>
        </p:nvSpPr>
        <p:spPr>
          <a:xfrm>
            <a:off x="1133606" y="2943722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Register Sources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4F453E81-CE09-5A39-06A3-CC41272FA766}"/>
              </a:ext>
            </a:extLst>
          </p:cNvPr>
          <p:cNvSpPr/>
          <p:nvPr/>
        </p:nvSpPr>
        <p:spPr>
          <a:xfrm>
            <a:off x="2226296" y="2194825"/>
            <a:ext cx="135158" cy="16550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0995F144-A410-ED74-AEDD-4E93F7DB15DE}"/>
              </a:ext>
            </a:extLst>
          </p:cNvPr>
          <p:cNvSpPr/>
          <p:nvPr/>
        </p:nvSpPr>
        <p:spPr>
          <a:xfrm>
            <a:off x="2217669" y="2778214"/>
            <a:ext cx="135158" cy="16550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1C0AAEAB-E2E8-8945-D08F-511BFE6B6D72}"/>
              </a:ext>
            </a:extLst>
          </p:cNvPr>
          <p:cNvSpPr/>
          <p:nvPr/>
        </p:nvSpPr>
        <p:spPr>
          <a:xfrm>
            <a:off x="2211908" y="3375043"/>
            <a:ext cx="135158" cy="16550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BACBC5B-5ECD-4784-DFD8-15CEDA01B923}"/>
              </a:ext>
            </a:extLst>
          </p:cNvPr>
          <p:cNvSpPr/>
          <p:nvPr/>
        </p:nvSpPr>
        <p:spPr>
          <a:xfrm>
            <a:off x="6663160" y="1678904"/>
            <a:ext cx="2691384" cy="59867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DF9"/>
                </a:solidFill>
              </a:rPr>
              <a:t>Establish Governance Domains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A1A502C-F0DF-7D06-C6EB-F4B90FD15492}"/>
              </a:ext>
            </a:extLst>
          </p:cNvPr>
          <p:cNvSpPr/>
          <p:nvPr/>
        </p:nvSpPr>
        <p:spPr>
          <a:xfrm>
            <a:off x="6663160" y="2478877"/>
            <a:ext cx="2691384" cy="43132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DF9"/>
                </a:solidFill>
              </a:rPr>
              <a:t>Establish Data Products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0CC05C15-4418-DDBE-6C81-ED0823EB1D2C}"/>
              </a:ext>
            </a:extLst>
          </p:cNvPr>
          <p:cNvSpPr/>
          <p:nvPr/>
        </p:nvSpPr>
        <p:spPr>
          <a:xfrm>
            <a:off x="7941273" y="2277579"/>
            <a:ext cx="135158" cy="20129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0D0A6CB-59AB-74E8-0002-49F1009ECE10}"/>
              </a:ext>
            </a:extLst>
          </p:cNvPr>
          <p:cNvSpPr/>
          <p:nvPr/>
        </p:nvSpPr>
        <p:spPr>
          <a:xfrm>
            <a:off x="6663160" y="3111497"/>
            <a:ext cx="2691384" cy="84380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DF9"/>
                </a:solidFill>
              </a:rPr>
              <a:t>Connect </a:t>
            </a:r>
            <a:r>
              <a:rPr lang="en-US" b="1" i="1" u="sng" dirty="0">
                <a:solidFill>
                  <a:srgbClr val="FFFF00"/>
                </a:solidFill>
              </a:rPr>
              <a:t>assets</a:t>
            </a:r>
            <a:r>
              <a:rPr lang="en-US" dirty="0">
                <a:solidFill>
                  <a:srgbClr val="FFFDF9"/>
                </a:solidFill>
              </a:rPr>
              <a:t> to Data Products -&gt; Governed assets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4B7DFA29-CDB8-269A-A23C-FC17A1FB2E2B}"/>
              </a:ext>
            </a:extLst>
          </p:cNvPr>
          <p:cNvSpPr/>
          <p:nvPr/>
        </p:nvSpPr>
        <p:spPr>
          <a:xfrm>
            <a:off x="7941273" y="2914266"/>
            <a:ext cx="135158" cy="20129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9DC9B95-4F77-A7F4-944C-F16E09840C05}"/>
              </a:ext>
            </a:extLst>
          </p:cNvPr>
          <p:cNvSpPr/>
          <p:nvPr/>
        </p:nvSpPr>
        <p:spPr>
          <a:xfrm>
            <a:off x="6901790" y="4431775"/>
            <a:ext cx="2214124" cy="18287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DF9"/>
                </a:solidFill>
              </a:rPr>
              <a:t>Enhance data product</a:t>
            </a:r>
          </a:p>
          <a:p>
            <a:pPr algn="ctr"/>
            <a:endParaRPr lang="en-US" sz="700">
              <a:solidFill>
                <a:srgbClr val="FFFDF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DF9"/>
                </a:solidFill>
              </a:rPr>
              <a:t>Owners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DF9"/>
                </a:solidFill>
              </a:rPr>
              <a:t>Glossaries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DF9"/>
              </a:solidFill>
            </a:endParaRP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AFA5368D-4492-30C0-2E8E-D0C86FAFA2BA}"/>
              </a:ext>
            </a:extLst>
          </p:cNvPr>
          <p:cNvSpPr/>
          <p:nvPr/>
        </p:nvSpPr>
        <p:spPr>
          <a:xfrm>
            <a:off x="7873694" y="3951233"/>
            <a:ext cx="135158" cy="48054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AEDCD3A-3026-2C14-E443-A2F5D398E477}"/>
              </a:ext>
            </a:extLst>
          </p:cNvPr>
          <p:cNvSpPr/>
          <p:nvPr/>
        </p:nvSpPr>
        <p:spPr>
          <a:xfrm>
            <a:off x="1162383" y="3587988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Establish </a:t>
            </a:r>
            <a:r>
              <a:rPr lang="en-US" b="1" i="1" u="sng" dirty="0">
                <a:solidFill>
                  <a:srgbClr val="FFFF00"/>
                </a:solidFill>
              </a:rPr>
              <a:t>assets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C0A37A-E1BA-5B93-4E9E-998F27F3633C}"/>
              </a:ext>
            </a:extLst>
          </p:cNvPr>
          <p:cNvSpPr/>
          <p:nvPr/>
        </p:nvSpPr>
        <p:spPr>
          <a:xfrm>
            <a:off x="4589776" y="1678904"/>
            <a:ext cx="495946" cy="4581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/>
              <a:t>Data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F0949D-FDDD-BB2F-5DFE-3F22CC9E4BC2}"/>
              </a:ext>
            </a:extLst>
          </p:cNvPr>
          <p:cNvSpPr/>
          <p:nvPr/>
        </p:nvSpPr>
        <p:spPr>
          <a:xfrm>
            <a:off x="5134394" y="1672579"/>
            <a:ext cx="495946" cy="45816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400">
                <a:solidFill>
                  <a:srgbClr val="FFFDF9"/>
                </a:solidFill>
              </a:rPr>
              <a:t>Unified Catalog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036C2D18-8C7D-949B-5A6C-6C69A4B43310}"/>
              </a:ext>
            </a:extLst>
          </p:cNvPr>
          <p:cNvSpPr/>
          <p:nvPr/>
        </p:nvSpPr>
        <p:spPr>
          <a:xfrm rot="5400000">
            <a:off x="4011726" y="3709733"/>
            <a:ext cx="789248" cy="50735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17FAB29D-881E-F9C1-712E-EFFA0A84AFAE}"/>
              </a:ext>
            </a:extLst>
          </p:cNvPr>
          <p:cNvSpPr/>
          <p:nvPr/>
        </p:nvSpPr>
        <p:spPr>
          <a:xfrm rot="16200000">
            <a:off x="5459587" y="3728933"/>
            <a:ext cx="789248" cy="50735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20237A-5E3A-D22C-DBCA-2373B7D4E0EF}"/>
              </a:ext>
            </a:extLst>
          </p:cNvPr>
          <p:cNvSpPr/>
          <p:nvPr/>
        </p:nvSpPr>
        <p:spPr>
          <a:xfrm>
            <a:off x="1105980" y="974532"/>
            <a:ext cx="2398144" cy="43132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Installation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11155FCA-3E6F-4E4E-A836-B3A5F2AB7D09}"/>
              </a:ext>
            </a:extLst>
          </p:cNvPr>
          <p:cNvSpPr/>
          <p:nvPr/>
        </p:nvSpPr>
        <p:spPr>
          <a:xfrm rot="10800000" flipH="1" flipV="1">
            <a:off x="2173747" y="1338903"/>
            <a:ext cx="262609" cy="431321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1B53FC-A64E-A070-367B-A4FC1572251B}"/>
              </a:ext>
            </a:extLst>
          </p:cNvPr>
          <p:cNvCxnSpPr>
            <a:cxnSpLocks/>
          </p:cNvCxnSpPr>
          <p:nvPr/>
        </p:nvCxnSpPr>
        <p:spPr>
          <a:xfrm flipH="1">
            <a:off x="3082565" y="3375043"/>
            <a:ext cx="4656841" cy="499373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E79469E-4F7E-C8E5-E3D8-C9A8A4163DE9}"/>
              </a:ext>
            </a:extLst>
          </p:cNvPr>
          <p:cNvSpPr/>
          <p:nvPr/>
        </p:nvSpPr>
        <p:spPr>
          <a:xfrm>
            <a:off x="9916358" y="4924554"/>
            <a:ext cx="1933903" cy="111409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Advanced</a:t>
            </a:r>
          </a:p>
          <a:p>
            <a:pPr algn="ctr"/>
            <a:r>
              <a:rPr lang="en-US" sz="1200" dirty="0"/>
              <a:t>Api’s</a:t>
            </a:r>
          </a:p>
          <a:p>
            <a:pPr algn="ctr"/>
            <a:r>
              <a:rPr lang="en-US" sz="1200" dirty="0"/>
              <a:t>Workflows</a:t>
            </a:r>
          </a:p>
          <a:p>
            <a:pPr algn="ctr"/>
            <a:r>
              <a:rPr lang="en-US" sz="1200" dirty="0"/>
              <a:t>Enforcement of rights</a:t>
            </a:r>
          </a:p>
        </p:txBody>
      </p:sp>
    </p:spTree>
    <p:extLst>
      <p:ext uri="{BB962C8B-B14F-4D97-AF65-F5344CB8AC3E}">
        <p14:creationId xmlns:p14="http://schemas.microsoft.com/office/powerpoint/2010/main" val="793374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8AB45E-08EF-B844-970F-0ABD9F73540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768954" y="2763269"/>
            <a:ext cx="4084942" cy="256648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4000" dirty="0">
                <a:solidFill>
                  <a:schemeClr val="bg1"/>
                </a:solidFill>
              </a:rPr>
              <a:t>The API’s</a:t>
            </a:r>
            <a:endParaRPr lang="en-DK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078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88B9-C116-2BF3-73AD-AF629E2261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339" y="160276"/>
            <a:ext cx="11588750" cy="539750"/>
          </a:xfrm>
        </p:spPr>
        <p:txBody>
          <a:bodyPr>
            <a:normAutofit/>
          </a:bodyPr>
          <a:lstStyle/>
          <a:p>
            <a:r>
              <a:rPr lang="en-US" sz="2400" dirty="0"/>
              <a:t>Microsoft Purview – API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5361C-FB4E-7002-8AC0-620B2BEFACD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8130" y="799975"/>
            <a:ext cx="11588750" cy="5755203"/>
          </a:xfrm>
        </p:spPr>
        <p:txBody>
          <a:bodyPr>
            <a:normAutofit fontScale="92500"/>
          </a:bodyPr>
          <a:lstStyle/>
          <a:p>
            <a:pPr fontAlgn="t">
              <a:lnSpc>
                <a:spcPts val="1500"/>
              </a:lnSpc>
            </a:pPr>
            <a:r>
              <a:rPr lang="en-US" sz="1300" dirty="0">
                <a:solidFill>
                  <a:schemeClr val="accent2">
                    <a:lumMod val="50000"/>
                  </a:schemeClr>
                </a:solidFill>
              </a:rPr>
              <a:t>Microsoft Purview Data Governance is </a:t>
            </a:r>
            <a:r>
              <a:rPr lang="en-US" sz="1300" b="1" dirty="0">
                <a:solidFill>
                  <a:schemeClr val="accent2">
                    <a:lumMod val="50000"/>
                  </a:schemeClr>
                </a:solidFill>
              </a:rPr>
              <a:t>intentionally layered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</a:rPr>
              <a:t>– see table.</a:t>
            </a:r>
            <a:br>
              <a:rPr lang="en-US" sz="13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300" dirty="0">
                <a:solidFill>
                  <a:schemeClr val="accent2">
                    <a:lumMod val="50000"/>
                  </a:schemeClr>
                </a:solidFill>
              </a:rPr>
              <a:t>This design is deliberate: Microsoft Purview is </a:t>
            </a:r>
            <a:r>
              <a:rPr lang="en-US" sz="1300" b="1" dirty="0">
                <a:solidFill>
                  <a:schemeClr val="accent2">
                    <a:lumMod val="50000"/>
                  </a:schemeClr>
                </a:solidFill>
              </a:rPr>
              <a:t>“API‑first” for metadata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</a:rPr>
              <a:t>, but </a:t>
            </a:r>
            <a:r>
              <a:rPr lang="en-US" sz="1300" b="1" dirty="0">
                <a:solidFill>
                  <a:schemeClr val="accent2">
                    <a:lumMod val="50000"/>
                  </a:schemeClr>
                </a:solidFill>
              </a:rPr>
              <a:t>UI‑first for governance workflows</a:t>
            </a:r>
          </a:p>
          <a:p>
            <a:pPr fontAlgn="t">
              <a:lnSpc>
                <a:spcPts val="1500"/>
              </a:lnSpc>
            </a:pPr>
            <a:endParaRPr lang="en-US" sz="1000" b="1" dirty="0">
              <a:solidFill>
                <a:schemeClr val="accent2">
                  <a:lumMod val="50000"/>
                </a:schemeClr>
              </a:solidFill>
            </a:endParaRPr>
          </a:p>
          <a:p>
            <a:pPr fontAlgn="t">
              <a:lnSpc>
                <a:spcPts val="1500"/>
              </a:lnSpc>
            </a:pPr>
            <a:endParaRPr lang="en-US" sz="1000" b="1" dirty="0">
              <a:solidFill>
                <a:schemeClr val="accent2">
                  <a:lumMod val="50000"/>
                </a:schemeClr>
              </a:solidFill>
            </a:endParaRPr>
          </a:p>
          <a:p>
            <a:pPr fontAlgn="t">
              <a:lnSpc>
                <a:spcPts val="1500"/>
              </a:lnSpc>
            </a:pPr>
            <a:endParaRPr lang="en-US" sz="1000" b="1" dirty="0">
              <a:solidFill>
                <a:schemeClr val="accent2">
                  <a:lumMod val="50000"/>
                </a:schemeClr>
              </a:solidFill>
            </a:endParaRPr>
          </a:p>
          <a:p>
            <a:pPr fontAlgn="t">
              <a:lnSpc>
                <a:spcPts val="1500"/>
              </a:lnSpc>
            </a:pPr>
            <a:endParaRPr lang="en-US" sz="1000" b="1" dirty="0">
              <a:solidFill>
                <a:schemeClr val="accent2">
                  <a:lumMod val="50000"/>
                </a:schemeClr>
              </a:solidFill>
            </a:endParaRPr>
          </a:p>
          <a:p>
            <a:pPr fontAlgn="t">
              <a:lnSpc>
                <a:spcPts val="1500"/>
              </a:lnSpc>
            </a:pPr>
            <a:endParaRPr lang="en-US" sz="1000" b="1" dirty="0">
              <a:solidFill>
                <a:schemeClr val="accent2">
                  <a:lumMod val="50000"/>
                </a:schemeClr>
              </a:solidFill>
            </a:endParaRPr>
          </a:p>
          <a:p>
            <a:pPr fontAlgn="t">
              <a:lnSpc>
                <a:spcPts val="1500"/>
              </a:lnSpc>
            </a:pPr>
            <a:endParaRPr lang="en-US" sz="1000" b="1" dirty="0">
              <a:solidFill>
                <a:schemeClr val="accent2">
                  <a:lumMod val="50000"/>
                </a:schemeClr>
              </a:solidFill>
            </a:endParaRPr>
          </a:p>
          <a:p>
            <a:pPr fontAlgn="t">
              <a:lnSpc>
                <a:spcPts val="1500"/>
              </a:lnSpc>
            </a:pPr>
            <a:endParaRPr lang="en-US" sz="1000" b="1" dirty="0">
              <a:solidFill>
                <a:schemeClr val="accent2">
                  <a:lumMod val="50000"/>
                </a:schemeClr>
              </a:solidFill>
            </a:endParaRPr>
          </a:p>
          <a:p>
            <a:pPr fontAlgn="t">
              <a:lnSpc>
                <a:spcPts val="1500"/>
              </a:lnSpc>
            </a:pPr>
            <a:endParaRPr lang="en-US" sz="1000" b="1" dirty="0">
              <a:solidFill>
                <a:schemeClr val="accent2">
                  <a:lumMod val="50000"/>
                </a:schemeClr>
              </a:solidFill>
            </a:endParaRPr>
          </a:p>
          <a:p>
            <a:pPr fontAlgn="t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The API’s listed in the tables has yes/no for the </a:t>
            </a:r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standard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operations </a:t>
            </a:r>
          </a:p>
          <a:p>
            <a:pPr fontAlgn="t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Create, Replace, Delete, Get and List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Replace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also covers update.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There is a “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other”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column is marked if there are other API calls than the </a:t>
            </a:r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standard</a:t>
            </a:r>
            <a:br>
              <a:rPr lang="en-US" i="1" dirty="0">
                <a:solidFill>
                  <a:schemeClr val="accent2">
                    <a:lumMod val="50000"/>
                  </a:schemeClr>
                </a:solidFill>
              </a:rPr>
            </a:br>
            <a:endParaRPr lang="en-US" i="1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Note 1: The operation name is a hyperlink to the documentation for this particular operation.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Note 2: There is a set of API’s related to maintaining the Purview resource within Azure.</a:t>
            </a:r>
            <a:br>
              <a:rPr lang="en-US" i="1" dirty="0">
                <a:solidFill>
                  <a:schemeClr val="accent2">
                    <a:lumMod val="50000"/>
                  </a:schemeClr>
                </a:solidFill>
              </a:rPr>
            </a:br>
            <a:endParaRPr lang="en-US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D41A1F-D3EE-D1F3-CEC0-6CD142C15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011050"/>
              </p:ext>
            </p:extLst>
          </p:nvPr>
        </p:nvGraphicFramePr>
        <p:xfrm>
          <a:off x="276286" y="1600200"/>
          <a:ext cx="10767766" cy="1828800"/>
        </p:xfrm>
        <a:graphic>
          <a:graphicData uri="http://schemas.openxmlformats.org/drawingml/2006/table">
            <a:tbl>
              <a:tblPr/>
              <a:tblGrid>
                <a:gridCol w="3464441">
                  <a:extLst>
                    <a:ext uri="{9D8B030D-6E8A-4147-A177-3AD203B41FA5}">
                      <a16:colId xmlns:a16="http://schemas.microsoft.com/office/drawing/2014/main" val="4157936814"/>
                    </a:ext>
                  </a:extLst>
                </a:gridCol>
                <a:gridCol w="1606897">
                  <a:extLst>
                    <a:ext uri="{9D8B030D-6E8A-4147-A177-3AD203B41FA5}">
                      <a16:colId xmlns:a16="http://schemas.microsoft.com/office/drawing/2014/main" val="1299736751"/>
                    </a:ext>
                  </a:extLst>
                </a:gridCol>
                <a:gridCol w="5696428">
                  <a:extLst>
                    <a:ext uri="{9D8B030D-6E8A-4147-A177-3AD203B41FA5}">
                      <a16:colId xmlns:a16="http://schemas.microsoft.com/office/drawing/2014/main" val="753240421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Layer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Openness level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What this means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31581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Data Map (metadata backbone)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Very open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Built on </a:t>
                      </a:r>
                      <a:r>
                        <a:rPr lang="en-US" sz="1400" b="1">
                          <a:effectLst/>
                        </a:rPr>
                        <a:t>Apache Atlas</a:t>
                      </a:r>
                      <a:r>
                        <a:rPr lang="en-US" sz="1400">
                          <a:effectLst/>
                        </a:rPr>
                        <a:t> with near‑full REST API exposure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1996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Unified Catalog (business governance)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Open / emerging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APIs exist in Public Preview</a:t>
                      </a:r>
                      <a:endParaRPr lang="en-US" sz="1400" b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08704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Scanning &amp; classification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Limited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Mostly service‑driven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64994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Data Quality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Open / emerging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APIs exist in Public Preview</a:t>
                      </a:r>
                      <a:endParaRPr lang="en-US" sz="1400" b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43641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UI extensions / integrations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effectLst/>
                        </a:rPr>
                        <a:t>Indirect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Done via APIs + external tooling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879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60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C8BA0-63A5-A8C0-7709-03BD09D2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897D-8B03-16B5-D908-407668F302C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838" y="115300"/>
            <a:ext cx="11588750" cy="539750"/>
          </a:xfrm>
        </p:spPr>
        <p:txBody>
          <a:bodyPr>
            <a:normAutofit/>
          </a:bodyPr>
          <a:lstStyle/>
          <a:p>
            <a:r>
              <a:rPr lang="en-US" sz="2400" dirty="0"/>
              <a:t>Purview Data Governance – API structure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8BE07B-7B88-67AD-337A-72B7996AE01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98265" y="746500"/>
            <a:ext cx="4824248" cy="260350"/>
          </a:xfrm>
        </p:spPr>
        <p:txBody>
          <a:bodyPr/>
          <a:lstStyle/>
          <a:p>
            <a:pPr marL="0" indent="0">
              <a:buNone/>
            </a:pPr>
            <a:r>
              <a:rPr lang="en-GB" sz="1100" b="1" dirty="0">
                <a:solidFill>
                  <a:schemeClr val="accent2">
                    <a:lumMod val="50000"/>
                  </a:schemeClr>
                </a:solidFill>
              </a:rPr>
              <a:t>Purview API – Data Map/Account</a:t>
            </a:r>
            <a:endParaRPr lang="en-NL" sz="1100" b="1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DF7773-D3B0-BD95-9F79-9CF8A2A55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547715"/>
              </p:ext>
            </p:extLst>
          </p:nvPr>
        </p:nvGraphicFramePr>
        <p:xfrm>
          <a:off x="301800" y="1012825"/>
          <a:ext cx="11590166" cy="993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Accounts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Collections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34151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Resource Set Rules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17495"/>
                  </a:ext>
                </a:extLst>
              </a:tr>
            </a:tbl>
          </a:graphicData>
        </a:graphic>
      </p:graphicFrame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4B55421-293A-2C10-830A-A137BA5CD905}"/>
              </a:ext>
            </a:extLst>
          </p:cNvPr>
          <p:cNvSpPr txBox="1">
            <a:spLocks/>
          </p:cNvSpPr>
          <p:nvPr/>
        </p:nvSpPr>
        <p:spPr>
          <a:xfrm>
            <a:off x="300031" y="2071375"/>
            <a:ext cx="11588400" cy="26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Purview API – Data Map/Data Map</a:t>
            </a:r>
            <a:endParaRPr lang="en-NL" b="1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837B877-336E-29EC-9B15-2E8810D59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720191"/>
              </p:ext>
            </p:extLst>
          </p:nvPr>
        </p:nvGraphicFramePr>
        <p:xfrm>
          <a:off x="300031" y="2331725"/>
          <a:ext cx="11590166" cy="173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  <a:hlinkClick r:id="rId5"/>
                        </a:rPr>
                        <a:t>Discovery</a:t>
                      </a:r>
                      <a:endParaRPr lang="en-US" sz="1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136985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6"/>
                        </a:rPr>
                        <a:t>Entity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34967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7"/>
                        </a:rPr>
                        <a:t>Glossary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758224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8"/>
                        </a:rPr>
                        <a:t>Lineage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9"/>
                        </a:rPr>
                        <a:t>Relationship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34151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  <a:hlinkClick r:id="rId10"/>
                        </a:rPr>
                        <a:t>Type</a:t>
                      </a:r>
                      <a:endParaRPr lang="en-US" sz="1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17495"/>
                  </a:ext>
                </a:extLst>
              </a:tr>
            </a:tbl>
          </a:graphicData>
        </a:graphic>
      </p:graphicFrame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28EF5CC-370C-BF0B-E12C-13F1E3B64E76}"/>
              </a:ext>
            </a:extLst>
          </p:cNvPr>
          <p:cNvSpPr txBox="1">
            <a:spLocks/>
          </p:cNvSpPr>
          <p:nvPr/>
        </p:nvSpPr>
        <p:spPr>
          <a:xfrm>
            <a:off x="301797" y="4135475"/>
            <a:ext cx="11588400" cy="26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Purview API – Data Map/Metadata Policy</a:t>
            </a:r>
            <a:endParaRPr lang="en-NL" b="1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D1D5663-E8D4-0FAE-289D-75120AA15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12522"/>
              </p:ext>
            </p:extLst>
          </p:nvPr>
        </p:nvGraphicFramePr>
        <p:xfrm>
          <a:off x="301797" y="4395825"/>
          <a:ext cx="11590166" cy="745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1"/>
                        </a:rPr>
                        <a:t>Metadata Policy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2"/>
                        </a:rPr>
                        <a:t>Metadata Roles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341512"/>
                  </a:ext>
                </a:extLst>
              </a:tr>
            </a:tbl>
          </a:graphicData>
        </a:graphic>
      </p:graphicFrame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47102AA-893A-2F16-9D3B-15AB7A5677FD}"/>
              </a:ext>
            </a:extLst>
          </p:cNvPr>
          <p:cNvSpPr txBox="1">
            <a:spLocks/>
          </p:cNvSpPr>
          <p:nvPr/>
        </p:nvSpPr>
        <p:spPr>
          <a:xfrm>
            <a:off x="298265" y="5205975"/>
            <a:ext cx="11588400" cy="26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Purview API – Data Map/Share</a:t>
            </a:r>
            <a:endParaRPr lang="en-NL" b="1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B98F761-A2C4-EE71-EFAF-EDFA78C33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490564"/>
              </p:ext>
            </p:extLst>
          </p:nvPr>
        </p:nvGraphicFramePr>
        <p:xfrm>
          <a:off x="298265" y="5466325"/>
          <a:ext cx="11590166" cy="745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3"/>
                        </a:rPr>
                        <a:t>Received Shares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4"/>
                        </a:rPr>
                        <a:t>Sent Shares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341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671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2AE8C-93B9-2F3A-35B4-C32872837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143CDE4-8F64-9669-7B7D-8CE20C14110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3834" y="676525"/>
            <a:ext cx="4925723" cy="260350"/>
          </a:xfrm>
        </p:spPr>
        <p:txBody>
          <a:bodyPr/>
          <a:lstStyle/>
          <a:p>
            <a:pPr marL="0" indent="0">
              <a:buNone/>
            </a:pPr>
            <a:r>
              <a:rPr lang="en-GB" sz="1100" b="1" dirty="0">
                <a:solidFill>
                  <a:schemeClr val="accent2">
                    <a:lumMod val="50000"/>
                  </a:schemeClr>
                </a:solidFill>
              </a:rPr>
              <a:t>Purview API – Data Map/Workflow</a:t>
            </a:r>
            <a:endParaRPr lang="en-NL" sz="1100" b="1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7B8EA3-5B8A-5C57-48F6-9211C3D4C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826153"/>
              </p:ext>
            </p:extLst>
          </p:nvPr>
        </p:nvGraphicFramePr>
        <p:xfrm>
          <a:off x="301800" y="1012825"/>
          <a:ext cx="11590166" cy="248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"/>
                        </a:rPr>
                        <a:t>Approval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3"/>
                        </a:rPr>
                        <a:t>Task Status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5327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4"/>
                        </a:rPr>
                        <a:t>User Requests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90602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5"/>
                        </a:rPr>
                        <a:t>Workflow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71224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6"/>
                        </a:rPr>
                        <a:t>Workflow Run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 (Cancel)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21984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7"/>
                        </a:rPr>
                        <a:t>Workflow Runs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81808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8"/>
                        </a:rPr>
                        <a:t>Workflow Task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1912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9"/>
                        </a:rPr>
                        <a:t>Workflow Tasks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34151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  <a:hlinkClick r:id="rId10"/>
                        </a:rPr>
                        <a:t>Workflows</a:t>
                      </a:r>
                      <a:endParaRPr lang="en-US" sz="1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17495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71570A-9E0E-6834-750E-2EAD68F383A0}"/>
              </a:ext>
            </a:extLst>
          </p:cNvPr>
          <p:cNvSpPr txBox="1">
            <a:spLocks/>
          </p:cNvSpPr>
          <p:nvPr/>
        </p:nvSpPr>
        <p:spPr>
          <a:xfrm>
            <a:off x="300034" y="3572775"/>
            <a:ext cx="11588400" cy="26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Purview API – Data Map/DevOps Policy</a:t>
            </a:r>
            <a:endParaRPr lang="en-NL" b="1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36DA86-38BE-C336-89B9-21FD92D52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118536"/>
              </p:ext>
            </p:extLst>
          </p:nvPr>
        </p:nvGraphicFramePr>
        <p:xfrm>
          <a:off x="300034" y="3833125"/>
          <a:ext cx="11590166" cy="993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err="1">
                          <a:effectLst/>
                          <a:hlinkClick r:id="rId11"/>
                        </a:rPr>
                        <a:t>Devops</a:t>
                      </a:r>
                      <a:r>
                        <a:rPr lang="en-US" sz="1000" u="none" strike="noStrike">
                          <a:effectLst/>
                          <a:hlinkClick r:id="rId11"/>
                        </a:rPr>
                        <a:t> Policy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2"/>
                        </a:rPr>
                        <a:t>Devops Sql Perf Monitor Policy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5327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  <a:hlinkClick r:id="rId13"/>
                        </a:rPr>
                        <a:t>Devops Sql Security Auditor Policy</a:t>
                      </a:r>
                      <a:endParaRPr lang="en-US" sz="1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906023"/>
                  </a:ext>
                </a:extLst>
              </a:tr>
            </a:tbl>
          </a:graphicData>
        </a:graphic>
      </p:graphicFrame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51362E96-BBA4-C793-9F95-69331A2DC35B}"/>
              </a:ext>
            </a:extLst>
          </p:cNvPr>
          <p:cNvSpPr txBox="1">
            <a:spLocks/>
          </p:cNvSpPr>
          <p:nvPr/>
        </p:nvSpPr>
        <p:spPr>
          <a:xfrm>
            <a:off x="298268" y="4902675"/>
            <a:ext cx="11588400" cy="26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Purview API – Data Map/PDS</a:t>
            </a:r>
            <a:endParaRPr lang="en-NL" b="1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C8F103-C9CE-D16D-90C4-7FB11BC18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210142"/>
              </p:ext>
            </p:extLst>
          </p:nvPr>
        </p:nvGraphicFramePr>
        <p:xfrm>
          <a:off x="298268" y="5163025"/>
          <a:ext cx="11590166" cy="993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err="1">
                          <a:effectLst/>
                          <a:hlinkClick r:id="rId14"/>
                        </a:rPr>
                        <a:t>Datasource</a:t>
                      </a:r>
                      <a:r>
                        <a:rPr lang="en-US" sz="1000" u="none" strike="noStrike">
                          <a:effectLst/>
                          <a:hlinkClick r:id="rId14"/>
                        </a:rPr>
                        <a:t> Preferences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5"/>
                        </a:rPr>
                        <a:t>Policy Elements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5327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6"/>
                        </a:rPr>
                        <a:t>Policy Events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906023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42B5F359-49C0-E6B8-F52A-CD9B274F5ACB}"/>
              </a:ext>
            </a:extLst>
          </p:cNvPr>
          <p:cNvSpPr txBox="1">
            <a:spLocks/>
          </p:cNvSpPr>
          <p:nvPr/>
        </p:nvSpPr>
        <p:spPr>
          <a:xfrm>
            <a:off x="371838" y="115300"/>
            <a:ext cx="11588750" cy="5397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+mj-lt"/>
                <a:ea typeface="+mj-ea"/>
                <a:cs typeface="Segoe Sans Display" pitchFamily="2" charset="0"/>
              </a:defRPr>
            </a:lvl1pPr>
          </a:lstStyle>
          <a:p>
            <a:r>
              <a:rPr lang="en-US" sz="2400"/>
              <a:t>Purview Data Governance – API structure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430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794BE-FC16-DFB6-EF72-339C4B2FD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0FE24E-9A34-4855-0819-6762A8FFD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239657"/>
              </p:ext>
            </p:extLst>
          </p:nvPr>
        </p:nvGraphicFramePr>
        <p:xfrm>
          <a:off x="300034" y="891685"/>
          <a:ext cx="11590166" cy="586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 dirty="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3"/>
                        </a:rPr>
                        <a:t>Add Related Entity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4"/>
                        </a:rPr>
                        <a:t>Create Critical Data Element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5327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5"/>
                        </a:rPr>
                        <a:t>Create Critical Data Element Relationship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90602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6"/>
                        </a:rPr>
                        <a:t>Create Data Product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71224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7"/>
                        </a:rPr>
                        <a:t>Create Data Product Relationship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21984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8"/>
                        </a:rPr>
                        <a:t>Create Domain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81808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9"/>
                        </a:rPr>
                        <a:t>Create Key Result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1912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10"/>
                        </a:rPr>
                        <a:t>Create Objective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34151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11"/>
                        </a:rPr>
                        <a:t>Create Term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17495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12"/>
                        </a:rPr>
                        <a:t>Delete Data Product By Id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60191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13"/>
                        </a:rPr>
                        <a:t>Delete Data Product Relationship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09784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14"/>
                        </a:rPr>
                        <a:t>Delete Key Result By Id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62867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15"/>
                        </a:rPr>
                        <a:t>Delete Objective By Id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360617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16"/>
                        </a:rPr>
                        <a:t>Delete Related Term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615104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17"/>
                        </a:rPr>
                        <a:t>Delete Term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039315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18"/>
                        </a:rPr>
                        <a:t>Enumerate Domains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664417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19"/>
                        </a:rPr>
                        <a:t>Get Critical Data Element By Id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2703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20"/>
                        </a:rPr>
                        <a:t>Get Critical Data Element Facets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014807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21"/>
                        </a:rPr>
                        <a:t>Get Data Product By Id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40764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hlinkClick r:id="rId22"/>
                        </a:rPr>
                        <a:t>Get Data Product Facets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830237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3"/>
                        </a:rPr>
                        <a:t>Get Domain By Id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915667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4"/>
                        </a:rPr>
                        <a:t>Get Key Result By Id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753084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8F1C27B3-8EDF-4AEC-F590-907950CD70F1}"/>
              </a:ext>
            </a:extLst>
          </p:cNvPr>
          <p:cNvSpPr txBox="1">
            <a:spLocks/>
          </p:cNvSpPr>
          <p:nvPr/>
        </p:nvSpPr>
        <p:spPr>
          <a:xfrm>
            <a:off x="300034" y="105275"/>
            <a:ext cx="11588750" cy="5397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+mj-lt"/>
                <a:ea typeface="+mj-ea"/>
                <a:cs typeface="Segoe Sans Display" pitchFamily="2" charset="0"/>
              </a:defRPr>
            </a:lvl1pPr>
          </a:lstStyle>
          <a:p>
            <a:r>
              <a:rPr lang="en-US" sz="2400" dirty="0"/>
              <a:t>Purview Data Governance – API structure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8E2136FA-5883-EA70-F3EB-E470FC99250C}"/>
              </a:ext>
            </a:extLst>
          </p:cNvPr>
          <p:cNvSpPr txBox="1">
            <a:spLocks/>
          </p:cNvSpPr>
          <p:nvPr/>
        </p:nvSpPr>
        <p:spPr>
          <a:xfrm>
            <a:off x="199881" y="638180"/>
            <a:ext cx="4925723" cy="26035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100" b="1" dirty="0">
                <a:solidFill>
                  <a:schemeClr val="accent2">
                    <a:lumMod val="50000"/>
                  </a:schemeClr>
                </a:solidFill>
              </a:rPr>
              <a:t>Purview API – Unified </a:t>
            </a:r>
            <a:r>
              <a:rPr lang="en-GB" sz="1100" b="1" dirty="0" err="1">
                <a:solidFill>
                  <a:schemeClr val="accent2">
                    <a:lumMod val="50000"/>
                  </a:schemeClr>
                </a:solidFill>
              </a:rPr>
              <a:t>Catalog</a:t>
            </a:r>
            <a:endParaRPr lang="en-NL" sz="11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938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E37EB1-9788-034A-3AE3-8E7F4CFD9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343207"/>
              </p:ext>
            </p:extLst>
          </p:nvPr>
        </p:nvGraphicFramePr>
        <p:xfrm>
          <a:off x="301800" y="765175"/>
          <a:ext cx="11590166" cy="596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350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484586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3"/>
                        </a:rPr>
                        <a:t>Get Objective By Id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90602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4"/>
                        </a:rPr>
                        <a:t>Get Objective Facets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71224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5"/>
                        </a:rPr>
                        <a:t>Get Term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21984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6"/>
                        </a:rPr>
                        <a:t>Get Term Facets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81808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7"/>
                        </a:rPr>
                        <a:t>List Critical Data Element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1912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8"/>
                        </a:rPr>
                        <a:t>List Critical Data Element Relationships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34151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9"/>
                        </a:rPr>
                        <a:t>List Data Products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17495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0"/>
                        </a:rPr>
                        <a:t>List Hierarchy Terms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60191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1"/>
                        </a:rPr>
                        <a:t>List Key Results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09784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 strike="noStrike">
                          <a:effectLst/>
                          <a:hlinkClick r:id="rId12"/>
                        </a:rPr>
                        <a:t>List Policies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62867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3"/>
                        </a:rPr>
                        <a:t>List Related Entities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360617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4"/>
                        </a:rPr>
                        <a:t>List Term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70497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5"/>
                        </a:rPr>
                        <a:t>Query Critical Data Elements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7768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6"/>
                        </a:rPr>
                        <a:t>Query Data Products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375205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7"/>
                        </a:rPr>
                        <a:t>Query Objectives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51182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8"/>
                        </a:rPr>
                        <a:t>Query Terms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903784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9"/>
                        </a:rPr>
                        <a:t>Update Critical Data Element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615104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0"/>
                        </a:rPr>
                        <a:t>Update Data Product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Segoe Sans Text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039315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1"/>
                        </a:rPr>
                        <a:t>Update Domain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Segoe Sans Text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664417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2"/>
                        </a:rPr>
                        <a:t>Update Key Result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Segoe Sans Text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2703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3"/>
                        </a:rPr>
                        <a:t>Update Objective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Segoe Sans Text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014807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4"/>
                        </a:rPr>
                        <a:t>Update Policy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Segoe Sans Text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40764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5"/>
                        </a:rPr>
                        <a:t>Update Term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Segoe Sans Text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830237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BC462C8B-255A-587A-5D59-DD9959764E10}"/>
              </a:ext>
            </a:extLst>
          </p:cNvPr>
          <p:cNvSpPr txBox="1">
            <a:spLocks/>
          </p:cNvSpPr>
          <p:nvPr/>
        </p:nvSpPr>
        <p:spPr>
          <a:xfrm>
            <a:off x="301625" y="105275"/>
            <a:ext cx="11588750" cy="5397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+mj-lt"/>
                <a:ea typeface="+mj-ea"/>
                <a:cs typeface="Segoe Sans Display" pitchFamily="2" charset="0"/>
              </a:defRPr>
            </a:lvl1pPr>
          </a:lstStyle>
          <a:p>
            <a:r>
              <a:rPr lang="en-US" sz="2400" dirty="0"/>
              <a:t>Purview Data Governance – API structure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F18F4EA-7D7D-047B-2813-F3DB60144815}"/>
              </a:ext>
            </a:extLst>
          </p:cNvPr>
          <p:cNvSpPr txBox="1">
            <a:spLocks/>
          </p:cNvSpPr>
          <p:nvPr/>
        </p:nvSpPr>
        <p:spPr>
          <a:xfrm>
            <a:off x="231412" y="524875"/>
            <a:ext cx="4925723" cy="26035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100" b="1" dirty="0">
                <a:solidFill>
                  <a:schemeClr val="accent2">
                    <a:lumMod val="50000"/>
                  </a:schemeClr>
                </a:solidFill>
              </a:rPr>
              <a:t>Purview API – Unified </a:t>
            </a:r>
            <a:r>
              <a:rPr lang="en-GB" sz="1100" b="1" dirty="0" err="1">
                <a:solidFill>
                  <a:schemeClr val="accent2">
                    <a:lumMod val="50000"/>
                  </a:schemeClr>
                </a:solidFill>
              </a:rPr>
              <a:t>Catalog</a:t>
            </a:r>
            <a:endParaRPr lang="en-NL" sz="11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70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8237-FE7B-A2D4-0CFF-BBF4BBE81F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1625" y="136525"/>
            <a:ext cx="11588750" cy="539750"/>
          </a:xfrm>
        </p:spPr>
        <p:txBody>
          <a:bodyPr>
            <a:normAutofit/>
          </a:bodyPr>
          <a:lstStyle/>
          <a:p>
            <a:r>
              <a:rPr lang="en-US" sz="2400" dirty="0"/>
              <a:t>Purview Data Governance – API structure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C04BF51-F496-D5BB-2387-382B09DB85A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0717" y="696967"/>
            <a:ext cx="11588750" cy="260350"/>
          </a:xfrm>
        </p:spPr>
        <p:txBody>
          <a:bodyPr/>
          <a:lstStyle/>
          <a:p>
            <a:pPr marL="0" indent="0">
              <a:buNone/>
            </a:pPr>
            <a:r>
              <a:rPr lang="en-GB" sz="1100" b="1" dirty="0">
                <a:solidFill>
                  <a:schemeClr val="bg1"/>
                </a:solidFill>
              </a:rPr>
              <a:t>Purview API – Data Map/Scanning and classifications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BB280D-B4B1-6D49-206B-021AE981D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304254"/>
              </p:ext>
            </p:extLst>
          </p:nvPr>
        </p:nvGraphicFramePr>
        <p:xfrm>
          <a:off x="301800" y="1012825"/>
          <a:ext cx="11590166" cy="3477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"/>
                        </a:rPr>
                        <a:t>Classification Rules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63066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3"/>
                        </a:rPr>
                        <a:t>Credential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60757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4"/>
                        </a:rPr>
                        <a:t>Data Sources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30368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5"/>
                        </a:rPr>
                        <a:t>Filters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346307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6"/>
                        </a:rPr>
                        <a:t>Integration Runtimes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7"/>
                        </a:rPr>
                        <a:t>Key Vault Connections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5327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8"/>
                        </a:rPr>
                        <a:t>Managed Private Endpoints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90602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9"/>
                        </a:rPr>
                        <a:t>Managed Virtual Networks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71224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0"/>
                        </a:rPr>
                        <a:t>Scan Result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 (Cancel)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21984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1"/>
                        </a:rPr>
                        <a:t>Scan Rulesets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81808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2"/>
                        </a:rPr>
                        <a:t>Scans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1912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3"/>
                        </a:rPr>
                        <a:t>System Scan Rulesets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34151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  <a:hlinkClick r:id="rId14"/>
                        </a:rPr>
                        <a:t>Triggers</a:t>
                      </a:r>
                      <a:endParaRPr lang="en-US" sz="1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1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769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1144BA-E7A6-A2E5-9161-532EBFE1C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975897"/>
              </p:ext>
            </p:extLst>
          </p:nvPr>
        </p:nvGraphicFramePr>
        <p:xfrm>
          <a:off x="301800" y="1012825"/>
          <a:ext cx="11590166" cy="5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"/>
                        </a:rPr>
                        <a:t>Cancel Scan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Yes(Cancel)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183496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3"/>
                        </a:rPr>
                        <a:t>Cancel Scan By Run Id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Yes(Cancel)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94232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4"/>
                        </a:rPr>
                        <a:t>Create Bulk Asset Metadata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198644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5"/>
                        </a:rPr>
                        <a:t>Create Data Source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832446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6"/>
                        </a:rPr>
                        <a:t>Create Rules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025827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7"/>
                        </a:rPr>
                        <a:t>Create Schedule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965874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8"/>
                        </a:rPr>
                        <a:t>Delete Data Source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74145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9"/>
                        </a:rPr>
                        <a:t>Delete Observation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5011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0"/>
                        </a:rPr>
                        <a:t>Delete Profile Run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7026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1"/>
                        </a:rPr>
                        <a:t>Delete Rule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2518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2"/>
                        </a:rPr>
                        <a:t>Delete Schedule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7374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3"/>
                        </a:rPr>
                        <a:t>Delete Scoped Asset Meta Data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4"/>
                        </a:rPr>
                        <a:t>Get Bulk Asset Metadata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9072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5"/>
                        </a:rPr>
                        <a:t>Get Data Source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314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6"/>
                        </a:rPr>
                        <a:t>Get Data Sources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722774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7"/>
                        </a:rPr>
                        <a:t>Get Latest Snapshot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17517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8"/>
                        </a:rPr>
                        <a:t>Get Observer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1753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9"/>
                        </a:rPr>
                        <a:t>Get Rule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764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0"/>
                        </a:rPr>
                        <a:t>Get Rules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77625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1"/>
                        </a:rPr>
                        <a:t>Get Run Status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29264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44B09AC-4A64-7368-FB94-01E252588C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1450" y="89025"/>
            <a:ext cx="11588750" cy="539750"/>
          </a:xfrm>
        </p:spPr>
        <p:txBody>
          <a:bodyPr>
            <a:normAutofit/>
          </a:bodyPr>
          <a:lstStyle/>
          <a:p>
            <a:r>
              <a:rPr lang="en-US" sz="2400" dirty="0"/>
              <a:t>Purview Data Governance – API structure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0DD2158B-B360-FAC6-3426-12290097A977}"/>
              </a:ext>
            </a:extLst>
          </p:cNvPr>
          <p:cNvSpPr txBox="1">
            <a:spLocks/>
          </p:cNvSpPr>
          <p:nvPr/>
        </p:nvSpPr>
        <p:spPr>
          <a:xfrm>
            <a:off x="301800" y="752475"/>
            <a:ext cx="11588400" cy="26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bg1"/>
                </a:solidFill>
              </a:rPr>
              <a:t>Purview API – Unified </a:t>
            </a:r>
            <a:r>
              <a:rPr lang="en-GB" b="1" dirty="0" err="1">
                <a:solidFill>
                  <a:schemeClr val="bg1"/>
                </a:solidFill>
              </a:rPr>
              <a:t>Catalog</a:t>
            </a:r>
            <a:r>
              <a:rPr lang="en-GB" b="1" dirty="0">
                <a:solidFill>
                  <a:schemeClr val="bg1"/>
                </a:solidFill>
              </a:rPr>
              <a:t>/Data Quality</a:t>
            </a:r>
            <a:endParaRPr lang="en-NL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913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9755-394C-839F-0FD5-11F5B97B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95054-0BD8-242E-003A-4579C7C0D4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11588750" cy="539750"/>
          </a:xfrm>
        </p:spPr>
        <p:txBody>
          <a:bodyPr/>
          <a:lstStyle/>
          <a:p>
            <a:r>
              <a:rPr lang="en-US"/>
              <a:t>Purview Data Governance – API structure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C692F172-E228-DAA4-0F64-08BFE615E3AE}"/>
              </a:ext>
            </a:extLst>
          </p:cNvPr>
          <p:cNvSpPr txBox="1">
            <a:spLocks/>
          </p:cNvSpPr>
          <p:nvPr/>
        </p:nvSpPr>
        <p:spPr>
          <a:xfrm>
            <a:off x="301800" y="752475"/>
            <a:ext cx="11588400" cy="26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bg1"/>
                </a:solidFill>
              </a:rPr>
              <a:t>Purview API – Unified </a:t>
            </a:r>
            <a:r>
              <a:rPr lang="en-GB" b="1" dirty="0" err="1">
                <a:solidFill>
                  <a:schemeClr val="bg1"/>
                </a:solidFill>
              </a:rPr>
              <a:t>Catalog</a:t>
            </a:r>
            <a:r>
              <a:rPr lang="en-GB" b="1" dirty="0">
                <a:solidFill>
                  <a:schemeClr val="bg1"/>
                </a:solidFill>
              </a:rPr>
              <a:t>/Data Quality</a:t>
            </a:r>
            <a:endParaRPr lang="en-NL" b="1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2F8521-78F3-69C5-8AC0-B0C3CB694D64}"/>
              </a:ext>
            </a:extLst>
          </p:cNvPr>
          <p:cNvGraphicFramePr>
            <a:graphicFrameLocks noGrp="1"/>
          </p:cNvGraphicFramePr>
          <p:nvPr/>
        </p:nvGraphicFramePr>
        <p:xfrm>
          <a:off x="301800" y="1012825"/>
          <a:ext cx="11590166" cy="397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026">
                  <a:extLst>
                    <a:ext uri="{9D8B030D-6E8A-4147-A177-3AD203B41FA5}">
                      <a16:colId xmlns:a16="http://schemas.microsoft.com/office/drawing/2014/main" val="689269183"/>
                    </a:ext>
                  </a:extLst>
                </a:gridCol>
                <a:gridCol w="1700910">
                  <a:extLst>
                    <a:ext uri="{9D8B030D-6E8A-4147-A177-3AD203B41FA5}">
                      <a16:colId xmlns:a16="http://schemas.microsoft.com/office/drawing/2014/main" val="4287979039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007791645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2740855943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336122615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1876007760"/>
                    </a:ext>
                  </a:extLst>
                </a:gridCol>
                <a:gridCol w="1536646">
                  <a:extLst>
                    <a:ext uri="{9D8B030D-6E8A-4147-A177-3AD203B41FA5}">
                      <a16:colId xmlns:a16="http://schemas.microsoft.com/office/drawing/2014/main" val="4105113045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r>
                        <a:rPr lang="en-US" sz="1000"/>
                        <a:t>Operation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5933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2"/>
                        </a:rPr>
                        <a:t>Get Runs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965874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3"/>
                        </a:rPr>
                        <a:t>Get Runs For Asset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74145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4"/>
                        </a:rPr>
                        <a:t>Get Schedule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5011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5"/>
                        </a:rPr>
                        <a:t>Get Schedules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7026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6"/>
                        </a:rPr>
                        <a:t>Get Scoped Asset Meta Data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2518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7"/>
                        </a:rPr>
                        <a:t>Observations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7374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8"/>
                        </a:rPr>
                        <a:t>Opinion Trend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2009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9"/>
                        </a:rPr>
                        <a:t>Profile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5327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0"/>
                        </a:rPr>
                        <a:t>Scan By Scan Id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90602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1"/>
                        </a:rPr>
                        <a:t>Scans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71224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2"/>
                        </a:rPr>
                        <a:t>Update Data Source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21984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3"/>
                        </a:rPr>
                        <a:t>Update Observer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81808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4"/>
                        </a:rPr>
                        <a:t>Update Rule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19129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5"/>
                        </a:rPr>
                        <a:t>Update Schedule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34151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  <a:hlinkClick r:id="rId16"/>
                        </a:rPr>
                        <a:t>Update Scoped Asset Meta Data</a:t>
                      </a:r>
                      <a:endParaRPr lang="en-US" sz="10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1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0443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">
  <a:themeElements>
    <a:clrScheme name="Custom 1">
      <a:dk1>
        <a:srgbClr val="225B61"/>
      </a:dk1>
      <a:lt1>
        <a:srgbClr val="000000"/>
      </a:lt1>
      <a:dk2>
        <a:srgbClr val="B9DCD2"/>
      </a:dk2>
      <a:lt2>
        <a:srgbClr val="49C5B1"/>
      </a:lt2>
      <a:accent1>
        <a:srgbClr val="8DE971"/>
      </a:accent1>
      <a:accent2>
        <a:srgbClr val="0078D3"/>
      </a:accent2>
      <a:accent3>
        <a:srgbClr val="8661C5"/>
      </a:accent3>
      <a:accent4>
        <a:srgbClr val="C03BC3"/>
      </a:accent4>
      <a:accent5>
        <a:srgbClr val="FFB900"/>
      </a:accent5>
      <a:accent6>
        <a:srgbClr val="F3364C"/>
      </a:accent6>
      <a:hlink>
        <a:srgbClr val="225B61"/>
      </a:hlink>
      <a:folHlink>
        <a:srgbClr val="8DC8E8"/>
      </a:folHlink>
    </a:clrScheme>
    <a:fontScheme name="Custom 20">
      <a:majorFont>
        <a:latin typeface="Segoe Sans Display"/>
        <a:ea typeface=""/>
        <a:cs typeface=""/>
      </a:majorFont>
      <a:minorFont>
        <a:latin typeface="Segoe Sans Tex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2Color _Microsoft Fabric Master Slide Template PPT" id="{C4955310-1F75-CB41-AE88-3C74BC568F8B}" vid="{D64952BC-5741-F749-9CC7-11175F2699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b1c3d6fc-5689-40cc-899d-3b916b4ff5bf">
      <UserInfo>
        <DisplayName>Ronald Chang</DisplayName>
        <AccountId>26</AccountId>
        <AccountType/>
      </UserInfo>
      <UserInfo>
        <DisplayName>Ellie Lawler</DisplayName>
        <AccountId>207</AccountId>
        <AccountType/>
      </UserInfo>
      <UserInfo>
        <DisplayName>Miwa Monji</DisplayName>
        <AccountId>136</AccountId>
        <AccountType/>
      </UserInfo>
      <UserInfo>
        <DisplayName>Sharif Islam</DisplayName>
        <AccountId>622</AccountId>
        <AccountType/>
      </UserInfo>
      <UserInfo>
        <DisplayName>Jeeva Akr</DisplayName>
        <AccountId>39</AccountId>
        <AccountType/>
      </UserInfo>
      <UserInfo>
        <DisplayName>Jason Pereira</DisplayName>
        <AccountId>1123</AccountId>
        <AccountType/>
      </UserInfo>
      <UserInfo>
        <DisplayName>Will Johnson (GBB)</DisplayName>
        <AccountId>470</AccountId>
        <AccountType/>
      </UserInfo>
      <UserInfo>
        <DisplayName>Thasmika Gokal</DisplayName>
        <AccountId>142</AccountId>
        <AccountType/>
      </UserInfo>
      <UserInfo>
        <DisplayName>Cillian Mitchell</DisplayName>
        <AccountId>36</AccountId>
        <AccountType/>
      </UserInfo>
      <UserInfo>
        <DisplayName>Rajeev Jain</DisplayName>
        <AccountId>110</AccountId>
        <AccountType/>
      </UserInfo>
      <UserInfo>
        <DisplayName>Nellie Vasiliev (AG Consulting Partners, Inc.)</DisplayName>
        <AccountId>16</AccountId>
        <AccountType/>
      </UserInfo>
      <UserInfo>
        <DisplayName>Binaka Sankaran</DisplayName>
        <AccountId>745</AccountId>
        <AccountType/>
      </UserInfo>
      <UserInfo>
        <DisplayName>Ege Onelcin</DisplayName>
        <AccountId>42</AccountId>
        <AccountType/>
      </UserInfo>
      <UserInfo>
        <DisplayName>Karlien Vanden Eynde</DisplayName>
        <AccountId>18</AccountId>
        <AccountType/>
      </UserInfo>
      <UserInfo>
        <DisplayName>Swetha Mannepalli</DisplayName>
        <AccountId>8</AccountId>
        <AccountType/>
      </UserInfo>
      <UserInfo>
        <DisplayName>Dan Houdek</DisplayName>
        <AccountId>95</AccountId>
        <AccountType/>
      </UserInfo>
      <UserInfo>
        <DisplayName>Carlos Herquinio</DisplayName>
        <AccountId>1441</AccountId>
        <AccountType/>
      </UserInfo>
      <UserInfo>
        <DisplayName>Mohini Verma</DisplayName>
        <AccountId>1442</AccountId>
        <AccountType/>
      </UserInfo>
      <UserInfo>
        <DisplayName>Leighton Searle</DisplayName>
        <AccountId>1427</AccountId>
        <AccountType/>
      </UserInfo>
      <UserInfo>
        <DisplayName>Vaishali Chawan</DisplayName>
        <AccountId>633</AccountId>
        <AccountType/>
      </UserInfo>
      <UserInfo>
        <DisplayName>Tonio Lora</DisplayName>
        <AccountId>673</AccountId>
        <AccountType/>
      </UserInfo>
      <UserInfo>
        <DisplayName>Craig Butler</DisplayName>
        <AccountId>1158</AccountId>
        <AccountType/>
      </UserInfo>
      <UserInfo>
        <DisplayName>Kathrine Lord</DisplayName>
        <AccountId>1443</AccountId>
        <AccountType/>
      </UserInfo>
      <UserInfo>
        <DisplayName>Nilesh Khatri</DisplayName>
        <AccountId>826</AccountId>
        <AccountType/>
      </UserInfo>
      <UserInfo>
        <DisplayName>Mark Chen</DisplayName>
        <AccountId>813</AccountId>
        <AccountType/>
      </UserInfo>
      <UserInfo>
        <DisplayName>Suma Manohar</DisplayName>
        <AccountId>827</AccountId>
        <AccountType/>
      </UserInfo>
      <UserInfo>
        <DisplayName>Mo Lin</DisplayName>
        <AccountId>679</AccountId>
        <AccountType/>
      </UserInfo>
      <UserInfo>
        <DisplayName>Ravikanth Musti</DisplayName>
        <AccountId>639</AccountId>
        <AccountType/>
      </UserInfo>
      <UserInfo>
        <DisplayName>Debananda Ghosh</DisplayName>
        <AccountId>488</AccountId>
        <AccountType/>
      </UserInfo>
      <UserInfo>
        <DisplayName>Sana Sanai</DisplayName>
        <AccountId>825</AccountId>
        <AccountType/>
      </UserInfo>
      <UserInfo>
        <DisplayName>Nazeer Ali Mohammed</DisplayName>
        <AccountId>635</AccountId>
        <AccountType/>
      </UserInfo>
      <UserInfo>
        <DisplayName>Elizabeth Antoine</DisplayName>
        <AccountId>829</AccountId>
        <AccountType/>
      </UserInfo>
      <UserInfo>
        <DisplayName>Amjad Muhammad Khan</DisplayName>
        <AccountId>759</AccountId>
        <AccountType/>
      </UserInfo>
      <UserInfo>
        <DisplayName>Ayman Dabees</DisplayName>
        <AccountId>692</AccountId>
        <AccountType/>
      </UserInfo>
      <UserInfo>
        <DisplayName>Keyuna Evans (CELA)</DisplayName>
        <AccountId>239</AccountId>
        <AccountType/>
      </UserInfo>
      <UserInfo>
        <DisplayName>Nevenka Scott</DisplayName>
        <AccountId>1139</AccountId>
        <AccountType/>
      </UserInfo>
      <UserInfo>
        <DisplayName>Brian Robinson (CELA)</DisplayName>
        <AccountId>988</AccountId>
        <AccountType/>
      </UserInfo>
      <UserInfo>
        <DisplayName>Nicholas Wolfe (CELA)</DisplayName>
        <AccountId>1452</AccountId>
        <AccountType/>
      </UserInfo>
      <UserInfo>
        <DisplayName>Phiania Macpherson</DisplayName>
        <AccountId>1470</AccountId>
        <AccountType/>
      </UserInfo>
      <UserInfo>
        <DisplayName>Tulsi Wansai [Chillibreeze]</DisplayName>
        <AccountId>1419</AccountId>
        <AccountType/>
      </UserInfo>
      <UserInfo>
        <DisplayName>Wangui McKelvey</DisplayName>
        <AccountId>567</AccountId>
        <AccountType/>
      </UserInfo>
      <UserInfo>
        <DisplayName>Jermey Evans (CW)</DisplayName>
        <AccountId>644</AccountId>
        <AccountType/>
      </UserInfo>
      <UserInfo>
        <DisplayName>Macy Byerly</DisplayName>
        <AccountId>1617</AccountId>
        <AccountType/>
      </UserInfo>
      <UserInfo>
        <DisplayName>Rachel Bshero</DisplayName>
        <AccountId>573</AccountId>
        <AccountType/>
      </UserInfo>
      <UserInfo>
        <DisplayName>Lauren Ward</DisplayName>
        <AccountId>345</AccountId>
        <AccountType/>
      </UserInfo>
      <UserInfo>
        <DisplayName>Tyler Mays-Childers (he/him)</DisplayName>
        <AccountId>33</AccountId>
        <AccountType/>
      </UserInfo>
      <UserInfo>
        <DisplayName>Katherine Smiley (We Are Rosie LLC)</DisplayName>
        <AccountId>1341</AccountId>
        <AccountType/>
      </UserInfo>
    </SharedWithUsers>
    <TaxCatchAll xmlns="230e9df3-be65-4c73-a93b-d1236ebd677e" xsi:nil="true"/>
    <lcf76f155ced4ddcb4097134ff3c332f xmlns="07c5dfa0-33a3-47dd-bfb7-87fb96739115">
      <Terms xmlns="http://schemas.microsoft.com/office/infopath/2007/PartnerControls"/>
    </lcf76f155ced4ddcb4097134ff3c332f>
    <test xmlns="07c5dfa0-33a3-47dd-bfb7-87fb96739115" xsi:nil="true"/>
    <Time xmlns="07c5dfa0-33a3-47dd-bfb7-87fb96739115" xsi:nil="true"/>
    <Status xmlns="07c5dfa0-33a3-47dd-bfb7-87fb96739115" xsi:nil="true"/>
    <Date xmlns="07c5dfa0-33a3-47dd-bfb7-87fb9673911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6D235E0236944CB2D0154C00AD9253" ma:contentTypeVersion="26" ma:contentTypeDescription="Create a new document." ma:contentTypeScope="" ma:versionID="41aa48f0d0fcd022d15edc1db881b801">
  <xsd:schema xmlns:xsd="http://www.w3.org/2001/XMLSchema" xmlns:xs="http://www.w3.org/2001/XMLSchema" xmlns:p="http://schemas.microsoft.com/office/2006/metadata/properties" xmlns:ns1="http://schemas.microsoft.com/sharepoint/v3" xmlns:ns2="07c5dfa0-33a3-47dd-bfb7-87fb96739115" xmlns:ns3="b1c3d6fc-5689-40cc-899d-3b916b4ff5bf" xmlns:ns4="230e9df3-be65-4c73-a93b-d1236ebd677e" targetNamespace="http://schemas.microsoft.com/office/2006/metadata/properties" ma:root="true" ma:fieldsID="ad11de25f3f36b6e7a16ba6e6aa81921" ns1:_="" ns2:_="" ns3:_="" ns4:_="">
    <xsd:import namespace="http://schemas.microsoft.com/sharepoint/v3"/>
    <xsd:import namespace="07c5dfa0-33a3-47dd-bfb7-87fb96739115"/>
    <xsd:import namespace="b1c3d6fc-5689-40cc-899d-3b916b4ff5b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Date" minOccurs="0"/>
                <xsd:element ref="ns2:Time" minOccurs="0"/>
                <xsd:element ref="ns2:test" minOccurs="0"/>
                <xsd:element ref="ns2:MediaServiceLocation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5dfa0-33a3-47dd-bfb7-87fb967391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8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" ma:index="25" nillable="true" ma:displayName="Date" ma:format="DateOnly" ma:internalName="Date">
      <xsd:simpleType>
        <xsd:restriction base="dms:DateTime"/>
      </xsd:simple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test" ma:index="27" nillable="true" ma:displayName="test" ma:format="DateOnly" ma:internalName="test">
      <xsd:simpleType>
        <xsd:restriction base="dms:DateTime"/>
      </xsd:simpleType>
    </xsd:element>
    <xsd:element name="MediaServiceLocation" ma:index="28" nillable="true" ma:displayName="Location" ma:internalName="MediaServiceLocation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3d6fc-5689-40cc-899d-3b916b4ff5b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1603ea5b-56ba-41f6-bada-27c0bbbe9ac1}" ma:internalName="TaxCatchAll" ma:showField="CatchAllData" ma:web="b1c3d6fc-5689-40cc-899d-3b916b4ff5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5624A2-8889-4574-B194-C786A1454E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A2F610-1193-44B2-A4F0-A119C8973799}">
  <ds:schemaRefs>
    <ds:schemaRef ds:uri="b1c3d6fc-5689-40cc-899d-3b916b4ff5bf"/>
    <ds:schemaRef ds:uri="http://schemas.microsoft.com/sharepoint/v3"/>
    <ds:schemaRef ds:uri="http://www.w3.org/XML/1998/namespace"/>
    <ds:schemaRef ds:uri="http://schemas.microsoft.com/office/2006/documentManagement/types"/>
    <ds:schemaRef ds:uri="http://purl.org/dc/terms/"/>
    <ds:schemaRef ds:uri="07c5dfa0-33a3-47dd-bfb7-87fb96739115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552522C-5F65-440E-AA4D-509D313DD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7c5dfa0-33a3-47dd-bfb7-87fb96739115"/>
    <ds:schemaRef ds:uri="b1c3d6fc-5689-40cc-899d-3b916b4ff5b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21910</TotalTime>
  <Words>1638</Words>
  <Application>Microsoft Macintosh PowerPoint</Application>
  <PresentationFormat>Widescreen</PresentationFormat>
  <Paragraphs>1026</Paragraphs>
  <Slides>12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Segoe Sans Display</vt:lpstr>
      <vt:lpstr>Segoe Sans Small Semilight</vt:lpstr>
      <vt:lpstr>Segoe Sans Text</vt:lpstr>
      <vt:lpstr>Segoe UI</vt:lpstr>
      <vt:lpstr>Title Slides</vt:lpstr>
      <vt:lpstr>think-cell Slide</vt:lpstr>
      <vt:lpstr>Governance and Compliance with Microsoft Purview  A getting started guide –Purview API’s</vt:lpstr>
      <vt:lpstr>PowerPoint Presentation</vt:lpstr>
      <vt:lpstr>PowerPoint Presentation</vt:lpstr>
      <vt:lpstr>PowerPoint Presentation</vt:lpstr>
      <vt:lpstr>Microsoft Purview – API structure</vt:lpstr>
      <vt:lpstr>Purview Data Governance – API structure</vt:lpstr>
      <vt:lpstr>PowerPoint Presentation</vt:lpstr>
      <vt:lpstr>PowerPoint Presentation</vt:lpstr>
      <vt:lpstr>PowerPoint Presentation</vt:lpstr>
      <vt:lpstr>Purview Data Governance – API structure</vt:lpstr>
      <vt:lpstr>Purview Data Governance – API structure</vt:lpstr>
      <vt:lpstr>Purview Data Governance – API 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Purview-overview</dc:title>
  <dc:creator>Cillian Mitchell</dc:creator>
  <cp:lastModifiedBy>Jan Cordtz</cp:lastModifiedBy>
  <cp:revision>10</cp:revision>
  <cp:lastPrinted>2025-06-18T05:57:52Z</cp:lastPrinted>
  <dcterms:created xsi:type="dcterms:W3CDTF">2024-01-23T16:36:38Z</dcterms:created>
  <dcterms:modified xsi:type="dcterms:W3CDTF">2026-02-26T12:42:31Z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0x010100D86D235E0236944CB2D0154C00AD9253</vt:lpwstr>
  </property>
  <property fmtid="{D5CDD505-2E9C-101B-9397-08002B2CF9AE}" pid="3" name="MediaServiceImageTags">
    <vt:lpwstr/>
  </property>
  <property fmtid="{D5CDD505-2E9C-101B-9397-08002B2CF9AE}" pid="4" name="_dlc_policyId">
    <vt:lpwstr>0x01010070AB3889E58DB141A6E1281B02136174|-369733750</vt:lpwstr>
  </property>
  <property fmtid="{D5CDD505-2E9C-101B-9397-08002B2CF9AE}" pid="5" name="ItemRetentionFormula">
    <vt:lpwstr>&lt;formula id="Microsoft.Office.RecordsManagement.PolicyFeatures.Expiration.Formula.BuiltIn"&gt;&lt;number&gt;30&lt;/number&gt;&lt;property&gt;Modified&lt;/property&gt;&lt;propertyId&gt;28cf69c5-fa48-462a-b5cd-27b6f9d2bd5f&lt;/propertyId&gt;&lt;period&gt;days&lt;/period&gt;&lt;/formula&gt;</vt:lpwstr>
  </property>
</Properties>
</file>